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4"/>
  </p:notesMasterIdLst>
  <p:handoutMasterIdLst>
    <p:handoutMasterId r:id="rId25"/>
  </p:handoutMasterIdLst>
  <p:sldIdLst>
    <p:sldId id="256" r:id="rId5"/>
    <p:sldId id="257" r:id="rId6"/>
    <p:sldId id="2511" r:id="rId7"/>
    <p:sldId id="2491" r:id="rId8"/>
    <p:sldId id="2504" r:id="rId9"/>
    <p:sldId id="262" r:id="rId10"/>
    <p:sldId id="2464" r:id="rId11"/>
    <p:sldId id="2483" r:id="rId12"/>
    <p:sldId id="2512" r:id="rId13"/>
    <p:sldId id="2475" r:id="rId14"/>
    <p:sldId id="2499" r:id="rId15"/>
    <p:sldId id="2481" r:id="rId16"/>
    <p:sldId id="2513" r:id="rId17"/>
    <p:sldId id="2514" r:id="rId18"/>
    <p:sldId id="2510" r:id="rId19"/>
    <p:sldId id="2515" r:id="rId20"/>
    <p:sldId id="2516" r:id="rId21"/>
    <p:sldId id="2494" r:id="rId22"/>
    <p:sldId id="2506" r:id="rId23"/>
  </p:sldIdLst>
  <p:sldSz cx="12192000" cy="6858000"/>
  <p:notesSz cx="6858000" cy="9144000"/>
  <p:defaultTextStyle>
    <a:defPPr rtl="0">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9962" autoAdjust="0"/>
    <p:restoredTop sz="94712" autoAdjust="0"/>
  </p:normalViewPr>
  <p:slideViewPr>
    <p:cSldViewPr snapToGrid="0">
      <p:cViewPr varScale="1">
        <p:scale>
          <a:sx n="90" d="100"/>
          <a:sy n="90" d="100"/>
        </p:scale>
        <p:origin x="88" y="380"/>
      </p:cViewPr>
      <p:guideLst/>
    </p:cSldViewPr>
  </p:slideViewPr>
  <p:notesTextViewPr>
    <p:cViewPr>
      <p:scale>
        <a:sx n="1" d="1"/>
        <a:sy n="1" d="1"/>
      </p:scale>
      <p:origin x="0" y="0"/>
    </p:cViewPr>
  </p:notesTextViewPr>
  <p:notesViewPr>
    <p:cSldViewPr snapToGrid="0">
      <p:cViewPr varScale="1">
        <p:scale>
          <a:sx n="81" d="100"/>
          <a:sy n="81" d="100"/>
        </p:scale>
        <p:origin x="3978" y="10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s>
</file>

<file path=ppt/diagrams/_rels/data1.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png"/></Relationships>
</file>

<file path=ppt/diagrams/_rels/data2.xml.rels><?xml version="1.0" encoding="UTF-8" standalone="yes"?>
<Relationships xmlns="http://schemas.openxmlformats.org/package/2006/relationships"><Relationship Id="rId8" Type="http://schemas.openxmlformats.org/officeDocument/2006/relationships/image" Target="../media/image31.svg"/><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image" Target="../media/image25.svg"/><Relationship Id="rId1" Type="http://schemas.openxmlformats.org/officeDocument/2006/relationships/image" Target="../media/image24.png"/><Relationship Id="rId6" Type="http://schemas.openxmlformats.org/officeDocument/2006/relationships/image" Target="../media/image29.svg"/><Relationship Id="rId5" Type="http://schemas.openxmlformats.org/officeDocument/2006/relationships/image" Target="../media/image28.png"/><Relationship Id="rId10" Type="http://schemas.openxmlformats.org/officeDocument/2006/relationships/image" Target="../media/image33.svg"/><Relationship Id="rId4" Type="http://schemas.openxmlformats.org/officeDocument/2006/relationships/image" Target="../media/image27.svg"/><Relationship Id="rId9" Type="http://schemas.openxmlformats.org/officeDocument/2006/relationships/image" Target="../media/image32.png"/></Relationships>
</file>

<file path=ppt/diagrams/_rels/drawing1.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png"/></Relationships>
</file>

<file path=ppt/diagrams/_rels/drawing2.xml.rels><?xml version="1.0" encoding="UTF-8" standalone="yes"?>
<Relationships xmlns="http://schemas.openxmlformats.org/package/2006/relationships"><Relationship Id="rId8" Type="http://schemas.openxmlformats.org/officeDocument/2006/relationships/image" Target="../media/image31.svg"/><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image" Target="../media/image25.svg"/><Relationship Id="rId1" Type="http://schemas.openxmlformats.org/officeDocument/2006/relationships/image" Target="../media/image24.png"/><Relationship Id="rId6" Type="http://schemas.openxmlformats.org/officeDocument/2006/relationships/image" Target="../media/image29.svg"/><Relationship Id="rId5" Type="http://schemas.openxmlformats.org/officeDocument/2006/relationships/image" Target="../media/image28.png"/><Relationship Id="rId10" Type="http://schemas.openxmlformats.org/officeDocument/2006/relationships/image" Target="../media/image33.svg"/><Relationship Id="rId4" Type="http://schemas.openxmlformats.org/officeDocument/2006/relationships/image" Target="../media/image27.svg"/><Relationship Id="rId9" Type="http://schemas.openxmlformats.org/officeDocument/2006/relationships/image" Target="../media/image32.png"/></Relationships>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62F69A6-0780-49EA-A6A8-3965C12489B2}" type="doc">
      <dgm:prSet loTypeId="urn:microsoft.com/office/officeart/2018/2/layout/IconVerticalSolidList" loCatId="icon" qsTypeId="urn:microsoft.com/office/officeart/2005/8/quickstyle/simple1" qsCatId="simple" csTypeId="urn:microsoft.com/office/officeart/2005/8/colors/accent0_1" csCatId="mainScheme" phldr="1"/>
      <dgm:spPr/>
      <dgm:t>
        <a:bodyPr rtlCol="0"/>
        <a:lstStyle/>
        <a:p>
          <a:pPr rtl="0"/>
          <a:endParaRPr lang="en-US"/>
        </a:p>
      </dgm:t>
    </dgm:pt>
    <dgm:pt modelId="{30269CC2-8DD6-4402-82F3-18F164A732FF}">
      <dgm:prSet/>
      <dgm:spPr/>
      <dgm:t>
        <a:bodyPr rtlCol="0"/>
        <a:lstStyle/>
        <a:p>
          <a:pPr>
            <a:lnSpc>
              <a:spcPct val="100000"/>
            </a:lnSpc>
          </a:pPr>
          <a:r>
            <a:rPr lang="en-GB" noProof="0" dirty="0">
              <a:solidFill>
                <a:schemeClr val="bg1"/>
              </a:solidFill>
            </a:rPr>
            <a:t>Node MCU basics</a:t>
          </a:r>
        </a:p>
      </dgm:t>
    </dgm:pt>
    <dgm:pt modelId="{2DAA2C1D-14F6-4BCA-B047-0B53ADD46F43}" type="sibTrans" cxnId="{813C1BD6-5A4A-43F4-8BF7-0645F72381AA}">
      <dgm:prSet/>
      <dgm:spPr/>
      <dgm:t>
        <a:bodyPr rtlCol="0"/>
        <a:lstStyle/>
        <a:p>
          <a:pPr rtl="0"/>
          <a:endParaRPr lang="en-GB" noProof="0" dirty="0"/>
        </a:p>
      </dgm:t>
    </dgm:pt>
    <dgm:pt modelId="{4A8A3B18-A3DE-475C-8BF1-FB4B84DDA43B}" type="parTrans" cxnId="{813C1BD6-5A4A-43F4-8BF7-0645F72381AA}">
      <dgm:prSet/>
      <dgm:spPr/>
      <dgm:t>
        <a:bodyPr rtlCol="0"/>
        <a:lstStyle/>
        <a:p>
          <a:pPr rtl="0"/>
          <a:endParaRPr lang="en-GB" noProof="0" dirty="0"/>
        </a:p>
      </dgm:t>
    </dgm:pt>
    <dgm:pt modelId="{2B87ECDB-C552-42F6-9B52-6548A18B206B}">
      <dgm:prSet/>
      <dgm:spPr/>
      <dgm:t>
        <a:bodyPr rtlCol="0"/>
        <a:lstStyle/>
        <a:p>
          <a:pPr>
            <a:lnSpc>
              <a:spcPct val="100000"/>
            </a:lnSpc>
          </a:pPr>
          <a:r>
            <a:rPr lang="en-GB" noProof="0" dirty="0">
              <a:solidFill>
                <a:schemeClr val="bg1"/>
              </a:solidFill>
            </a:rPr>
            <a:t>Sensors and Data Fetching</a:t>
          </a:r>
        </a:p>
      </dgm:t>
    </dgm:pt>
    <dgm:pt modelId="{80EFB54F-1AC8-40D9-981D-4C85160A5799}" type="sibTrans" cxnId="{91AFA996-5E3B-401C-B400-E70DBD4A4AB6}">
      <dgm:prSet/>
      <dgm:spPr/>
      <dgm:t>
        <a:bodyPr rtlCol="0"/>
        <a:lstStyle/>
        <a:p>
          <a:pPr rtl="0"/>
          <a:endParaRPr lang="en-GB" noProof="0" dirty="0"/>
        </a:p>
      </dgm:t>
    </dgm:pt>
    <dgm:pt modelId="{0DC560D9-C62C-41BA-8D68-CB78933BFF0C}" type="parTrans" cxnId="{91AFA996-5E3B-401C-B400-E70DBD4A4AB6}">
      <dgm:prSet/>
      <dgm:spPr/>
      <dgm:t>
        <a:bodyPr rtlCol="0"/>
        <a:lstStyle/>
        <a:p>
          <a:pPr rtl="0"/>
          <a:endParaRPr lang="en-GB" noProof="0" dirty="0"/>
        </a:p>
      </dgm:t>
    </dgm:pt>
    <dgm:pt modelId="{419DF63C-9792-4EF5-9125-1EEF4D07C33F}">
      <dgm:prSet/>
      <dgm:spPr/>
      <dgm:t>
        <a:bodyPr rtlCol="0"/>
        <a:lstStyle/>
        <a:p>
          <a:pPr>
            <a:lnSpc>
              <a:spcPct val="100000"/>
            </a:lnSpc>
          </a:pPr>
          <a:r>
            <a:rPr lang="en-GB" noProof="0" dirty="0">
              <a:solidFill>
                <a:schemeClr val="bg1"/>
              </a:solidFill>
            </a:rPr>
            <a:t>Wi-fi and IOT</a:t>
          </a:r>
        </a:p>
      </dgm:t>
    </dgm:pt>
    <dgm:pt modelId="{EA8773AB-BB82-4BF6-944E-80CD2086CE93}" type="sibTrans" cxnId="{024B121E-3EE5-42C9-97D1-5E0D27C29DC3}">
      <dgm:prSet/>
      <dgm:spPr/>
      <dgm:t>
        <a:bodyPr rtlCol="0"/>
        <a:lstStyle/>
        <a:p>
          <a:pPr rtl="0"/>
          <a:endParaRPr lang="en-GB" noProof="0" dirty="0"/>
        </a:p>
      </dgm:t>
    </dgm:pt>
    <dgm:pt modelId="{2B95E8EF-82FE-4F54-970D-D55C9AD8EC00}" type="parTrans" cxnId="{024B121E-3EE5-42C9-97D1-5E0D27C29DC3}">
      <dgm:prSet/>
      <dgm:spPr/>
      <dgm:t>
        <a:bodyPr rtlCol="0"/>
        <a:lstStyle/>
        <a:p>
          <a:pPr rtl="0"/>
          <a:endParaRPr lang="en-GB" noProof="0" dirty="0"/>
        </a:p>
      </dgm:t>
    </dgm:pt>
    <dgm:pt modelId="{1B1E513F-BEB7-483A-8F12-A8210AEF19E9}">
      <dgm:prSet/>
      <dgm:spPr/>
      <dgm:t>
        <a:bodyPr rtlCol="0"/>
        <a:lstStyle/>
        <a:p>
          <a:pPr>
            <a:lnSpc>
              <a:spcPct val="100000"/>
            </a:lnSpc>
          </a:pPr>
          <a:r>
            <a:rPr lang="en-GB" noProof="0" dirty="0">
              <a:solidFill>
                <a:schemeClr val="bg1"/>
              </a:solidFill>
            </a:rPr>
            <a:t>3</a:t>
          </a:r>
          <a:r>
            <a:rPr lang="en-GB" baseline="30000" noProof="0" dirty="0">
              <a:solidFill>
                <a:schemeClr val="bg1"/>
              </a:solidFill>
            </a:rPr>
            <a:t>rd</a:t>
          </a:r>
          <a:r>
            <a:rPr lang="en-GB" noProof="0" dirty="0">
              <a:solidFill>
                <a:schemeClr val="bg1"/>
              </a:solidFill>
            </a:rPr>
            <a:t> Party Applications</a:t>
          </a:r>
        </a:p>
      </dgm:t>
    </dgm:pt>
    <dgm:pt modelId="{D99C9B80-BA48-46B7-8B67-372E2AFD9E86}" type="sibTrans" cxnId="{9CD469EF-CF99-411A-B4B3-5B2C59AF684C}">
      <dgm:prSet/>
      <dgm:spPr/>
      <dgm:t>
        <a:bodyPr rtlCol="0"/>
        <a:lstStyle/>
        <a:p>
          <a:pPr rtl="0"/>
          <a:endParaRPr lang="en-GB" noProof="0" dirty="0"/>
        </a:p>
      </dgm:t>
    </dgm:pt>
    <dgm:pt modelId="{DB284026-3063-4705-B72C-ADE04469BE6D}" type="parTrans" cxnId="{9CD469EF-CF99-411A-B4B3-5B2C59AF684C}">
      <dgm:prSet/>
      <dgm:spPr/>
      <dgm:t>
        <a:bodyPr rtlCol="0"/>
        <a:lstStyle/>
        <a:p>
          <a:pPr rtl="0"/>
          <a:endParaRPr lang="en-GB" noProof="0" dirty="0"/>
        </a:p>
      </dgm:t>
    </dgm:pt>
    <dgm:pt modelId="{F4A56385-3827-49D1-B533-953BA75136B7}">
      <dgm:prSet/>
      <dgm:spPr/>
      <dgm:t>
        <a:bodyPr rtlCol="0"/>
        <a:lstStyle/>
        <a:p>
          <a:pPr>
            <a:lnSpc>
              <a:spcPct val="100000"/>
            </a:lnSpc>
          </a:pPr>
          <a:r>
            <a:rPr lang="en-GB" noProof="0" dirty="0">
              <a:solidFill>
                <a:schemeClr val="bg1"/>
              </a:solidFill>
            </a:rPr>
            <a:t>IOT Project</a:t>
          </a:r>
        </a:p>
      </dgm:t>
    </dgm:pt>
    <dgm:pt modelId="{E866DA3A-B427-429E-A892-4812B432ED79}" type="sibTrans" cxnId="{D572C096-14C8-487B-ABCD-6354192B80BA}">
      <dgm:prSet/>
      <dgm:spPr/>
      <dgm:t>
        <a:bodyPr rtlCol="0"/>
        <a:lstStyle/>
        <a:p>
          <a:pPr rtl="0"/>
          <a:endParaRPr lang="en-GB" noProof="0" dirty="0"/>
        </a:p>
      </dgm:t>
    </dgm:pt>
    <dgm:pt modelId="{5C6E35C5-B6D6-42D4-9FF2-63E3FEC1E45F}" type="parTrans" cxnId="{D572C096-14C8-487B-ABCD-6354192B80BA}">
      <dgm:prSet/>
      <dgm:spPr/>
      <dgm:t>
        <a:bodyPr rtlCol="0"/>
        <a:lstStyle/>
        <a:p>
          <a:pPr rtl="0"/>
          <a:endParaRPr lang="en-GB" noProof="0" dirty="0"/>
        </a:p>
      </dgm:t>
    </dgm:pt>
    <dgm:pt modelId="{05261D3E-3CC7-4C85-9E09-D67FC777908C}" type="pres">
      <dgm:prSet presAssocID="{162F69A6-0780-49EA-A6A8-3965C12489B2}" presName="root" presStyleCnt="0">
        <dgm:presLayoutVars>
          <dgm:dir/>
          <dgm:resizeHandles val="exact"/>
        </dgm:presLayoutVars>
      </dgm:prSet>
      <dgm:spPr/>
    </dgm:pt>
    <dgm:pt modelId="{25C6FE9B-AED9-47D9-807F-76A517615FC1}" type="pres">
      <dgm:prSet presAssocID="{30269CC2-8DD6-4402-82F3-18F164A732FF}" presName="compNode" presStyleCnt="0"/>
      <dgm:spPr/>
    </dgm:pt>
    <dgm:pt modelId="{99698387-9DF3-4127-A7DE-FCE3F05A3470}" type="pres">
      <dgm:prSet presAssocID="{30269CC2-8DD6-4402-82F3-18F164A732FF}" presName="bgRect" presStyleLbl="bgShp" presStyleIdx="0" presStyleCnt="5"/>
      <dgm:spPr>
        <a:prstGeom prst="rect">
          <a:avLst/>
        </a:prstGeom>
        <a:solidFill>
          <a:schemeClr val="tx2"/>
        </a:solidFill>
      </dgm:spPr>
    </dgm:pt>
    <dgm:pt modelId="{B52E1101-E263-4511-8D8F-5A215C912C41}" type="pres">
      <dgm:prSet presAssocID="{30269CC2-8DD6-4402-82F3-18F164A732FF}"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Processor with solid fill"/>
        </a:ext>
      </dgm:extLst>
    </dgm:pt>
    <dgm:pt modelId="{18EFBBAF-BD9F-4030-B8A4-57CCEB350921}" type="pres">
      <dgm:prSet presAssocID="{30269CC2-8DD6-4402-82F3-18F164A732FF}" presName="spaceRect" presStyleCnt="0"/>
      <dgm:spPr/>
    </dgm:pt>
    <dgm:pt modelId="{F113ED77-1650-49A8-987A-A13C2A50CEA5}" type="pres">
      <dgm:prSet presAssocID="{30269CC2-8DD6-4402-82F3-18F164A732FF}" presName="parTx" presStyleLbl="revTx" presStyleIdx="0" presStyleCnt="5">
        <dgm:presLayoutVars>
          <dgm:chMax val="0"/>
          <dgm:chPref val="0"/>
        </dgm:presLayoutVars>
      </dgm:prSet>
      <dgm:spPr/>
    </dgm:pt>
    <dgm:pt modelId="{084D1940-F8FF-48AA-A0CA-908C7645C951}" type="pres">
      <dgm:prSet presAssocID="{2DAA2C1D-14F6-4BCA-B047-0B53ADD46F43}" presName="sibTrans" presStyleCnt="0"/>
      <dgm:spPr/>
    </dgm:pt>
    <dgm:pt modelId="{922A9066-91F0-4494-8CF8-01F8511B6028}" type="pres">
      <dgm:prSet presAssocID="{2B87ECDB-C552-42F6-9B52-6548A18B206B}" presName="compNode" presStyleCnt="0"/>
      <dgm:spPr/>
    </dgm:pt>
    <dgm:pt modelId="{FA3369E0-5B38-4FDD-A9F5-22B9810A03F7}" type="pres">
      <dgm:prSet presAssocID="{2B87ECDB-C552-42F6-9B52-6548A18B206B}" presName="bgRect" presStyleLbl="bgShp" presStyleIdx="1" presStyleCnt="5"/>
      <dgm:spPr>
        <a:xfrm>
          <a:off x="0" y="1249576"/>
          <a:ext cx="6791323" cy="995920"/>
        </a:xfrm>
        <a:prstGeom prst="rect">
          <a:avLst/>
        </a:prstGeom>
        <a:solidFill>
          <a:schemeClr val="tx2"/>
        </a:solidFill>
      </dgm:spPr>
    </dgm:pt>
    <dgm:pt modelId="{FADE9C4E-BFE3-4374-BE2C-676ED238ACF2}" type="pres">
      <dgm:prSet presAssocID="{2B87ECDB-C552-42F6-9B52-6548A18B206B}" presName="iconRect" presStyleLbl="node1" presStyleIdx="1" presStyleCnt="5"/>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Ethernet with solid fill"/>
        </a:ext>
      </dgm:extLst>
    </dgm:pt>
    <dgm:pt modelId="{7000F0F2-143F-4CAE-BA6B-E9C401E5437A}" type="pres">
      <dgm:prSet presAssocID="{2B87ECDB-C552-42F6-9B52-6548A18B206B}" presName="spaceRect" presStyleCnt="0"/>
      <dgm:spPr/>
    </dgm:pt>
    <dgm:pt modelId="{AC018808-9CEA-4C61-8875-3E922AA167D7}" type="pres">
      <dgm:prSet presAssocID="{2B87ECDB-C552-42F6-9B52-6548A18B206B}" presName="parTx" presStyleLbl="revTx" presStyleIdx="1" presStyleCnt="5">
        <dgm:presLayoutVars>
          <dgm:chMax val="0"/>
          <dgm:chPref val="0"/>
        </dgm:presLayoutVars>
      </dgm:prSet>
      <dgm:spPr/>
    </dgm:pt>
    <dgm:pt modelId="{CE46B6BD-FA9F-4C65-8E75-D8C24C71657B}" type="pres">
      <dgm:prSet presAssocID="{80EFB54F-1AC8-40D9-981D-4C85160A5799}" presName="sibTrans" presStyleCnt="0"/>
      <dgm:spPr/>
    </dgm:pt>
    <dgm:pt modelId="{B12160B6-4EC8-4B4D-A1B2-F7F5F2795F75}" type="pres">
      <dgm:prSet presAssocID="{419DF63C-9792-4EF5-9125-1EEF4D07C33F}" presName="compNode" presStyleCnt="0"/>
      <dgm:spPr/>
    </dgm:pt>
    <dgm:pt modelId="{DB8ABDAA-976A-4A84-A3C3-277080E19DCA}" type="pres">
      <dgm:prSet presAssocID="{419DF63C-9792-4EF5-9125-1EEF4D07C33F}" presName="bgRect" presStyleLbl="bgShp" presStyleIdx="2" presStyleCnt="5"/>
      <dgm:spPr>
        <a:xfrm>
          <a:off x="0" y="2494477"/>
          <a:ext cx="6791323" cy="995920"/>
        </a:xfrm>
        <a:prstGeom prst="rect">
          <a:avLst/>
        </a:prstGeom>
        <a:solidFill>
          <a:schemeClr val="tx2"/>
        </a:solidFill>
      </dgm:spPr>
    </dgm:pt>
    <dgm:pt modelId="{D335376E-740A-4A47-BC5B-3381DE731CE0}" type="pres">
      <dgm:prSet presAssocID="{419DF63C-9792-4EF5-9125-1EEF4D07C33F}" presName="iconRect" presStyleLbl="node1" presStyleIdx="2" presStyleCnt="5"/>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a:noFill/>
        </a:ln>
      </dgm:spPr>
      <dgm:extLst>
        <a:ext uri="{E40237B7-FDA0-4F09-8148-C483321AD2D9}">
          <dgm14:cNvPr xmlns:dgm14="http://schemas.microsoft.com/office/drawing/2010/diagram" id="0" name="" descr="Wireless with solid fill"/>
        </a:ext>
      </dgm:extLst>
    </dgm:pt>
    <dgm:pt modelId="{BCDE90E0-E45B-4C79-BE60-A53702208276}" type="pres">
      <dgm:prSet presAssocID="{419DF63C-9792-4EF5-9125-1EEF4D07C33F}" presName="spaceRect" presStyleCnt="0"/>
      <dgm:spPr/>
    </dgm:pt>
    <dgm:pt modelId="{8409F791-340A-4625-9294-3E680D66DB63}" type="pres">
      <dgm:prSet presAssocID="{419DF63C-9792-4EF5-9125-1EEF4D07C33F}" presName="parTx" presStyleLbl="revTx" presStyleIdx="2" presStyleCnt="5">
        <dgm:presLayoutVars>
          <dgm:chMax val="0"/>
          <dgm:chPref val="0"/>
        </dgm:presLayoutVars>
      </dgm:prSet>
      <dgm:spPr/>
    </dgm:pt>
    <dgm:pt modelId="{D4892BA4-47FA-499C-84FA-3A971E9AFE41}" type="pres">
      <dgm:prSet presAssocID="{EA8773AB-BB82-4BF6-944E-80CD2086CE93}" presName="sibTrans" presStyleCnt="0"/>
      <dgm:spPr/>
    </dgm:pt>
    <dgm:pt modelId="{390D1410-0CB7-44D5-903C-C35615DE86E1}" type="pres">
      <dgm:prSet presAssocID="{1B1E513F-BEB7-483A-8F12-A8210AEF19E9}" presName="compNode" presStyleCnt="0"/>
      <dgm:spPr/>
    </dgm:pt>
    <dgm:pt modelId="{C2FCE80A-DCA0-4D7F-8F72-19CB2337E588}" type="pres">
      <dgm:prSet presAssocID="{1B1E513F-BEB7-483A-8F12-A8210AEF19E9}" presName="bgRect" presStyleLbl="bgShp" presStyleIdx="3" presStyleCnt="5"/>
      <dgm:spPr>
        <a:xfrm>
          <a:off x="0" y="3739377"/>
          <a:ext cx="6791323" cy="995920"/>
        </a:xfrm>
        <a:prstGeom prst="rect">
          <a:avLst/>
        </a:prstGeom>
        <a:solidFill>
          <a:schemeClr val="tx2"/>
        </a:solidFill>
      </dgm:spPr>
    </dgm:pt>
    <dgm:pt modelId="{1B0B9210-632F-4BB5-B140-1FA20D3CF123}" type="pres">
      <dgm:prSet presAssocID="{1B1E513F-BEB7-483A-8F12-A8210AEF19E9}"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a:stretch>
        </a:blipFill>
        <a:ln>
          <a:noFill/>
        </a:ln>
      </dgm:spPr>
      <dgm:extLst>
        <a:ext uri="{E40237B7-FDA0-4F09-8148-C483321AD2D9}">
          <dgm14:cNvPr xmlns:dgm14="http://schemas.microsoft.com/office/drawing/2010/diagram" id="0" name="" descr="Ui Ux with solid fill"/>
        </a:ext>
      </dgm:extLst>
    </dgm:pt>
    <dgm:pt modelId="{E9B85894-F3EF-4216-9DD4-962DCF409217}" type="pres">
      <dgm:prSet presAssocID="{1B1E513F-BEB7-483A-8F12-A8210AEF19E9}" presName="spaceRect" presStyleCnt="0"/>
      <dgm:spPr/>
    </dgm:pt>
    <dgm:pt modelId="{3CBA7321-E2AC-48FD-B351-CE3C9A4CE924}" type="pres">
      <dgm:prSet presAssocID="{1B1E513F-BEB7-483A-8F12-A8210AEF19E9}" presName="parTx" presStyleLbl="revTx" presStyleIdx="3" presStyleCnt="5">
        <dgm:presLayoutVars>
          <dgm:chMax val="0"/>
          <dgm:chPref val="0"/>
        </dgm:presLayoutVars>
      </dgm:prSet>
      <dgm:spPr/>
    </dgm:pt>
    <dgm:pt modelId="{5E25F319-BBA5-4820-B2FC-14F8D56BF078}" type="pres">
      <dgm:prSet presAssocID="{D99C9B80-BA48-46B7-8B67-372E2AFD9E86}" presName="sibTrans" presStyleCnt="0"/>
      <dgm:spPr/>
    </dgm:pt>
    <dgm:pt modelId="{A9DA4473-F7AD-4D05-A89E-4317469C9CAC}" type="pres">
      <dgm:prSet presAssocID="{F4A56385-3827-49D1-B533-953BA75136B7}" presName="compNode" presStyleCnt="0"/>
      <dgm:spPr/>
    </dgm:pt>
    <dgm:pt modelId="{343A76ED-9DD6-4B0A-830E-16ED952B3D06}" type="pres">
      <dgm:prSet presAssocID="{F4A56385-3827-49D1-B533-953BA75136B7}" presName="bgRect" presStyleLbl="bgShp" presStyleIdx="4" presStyleCnt="5"/>
      <dgm:spPr>
        <a:xfrm>
          <a:off x="0" y="4984278"/>
          <a:ext cx="6791323" cy="995920"/>
        </a:xfrm>
        <a:prstGeom prst="rect">
          <a:avLst/>
        </a:prstGeom>
        <a:solidFill>
          <a:schemeClr val="tx2"/>
        </a:solidFill>
        <a:ln>
          <a:noFill/>
        </a:ln>
      </dgm:spPr>
    </dgm:pt>
    <dgm:pt modelId="{C21BED67-1F13-4312-815B-B5C34DAA27F9}" type="pres">
      <dgm:prSet presAssocID="{F4A56385-3827-49D1-B533-953BA75136B7}"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a:stretch>
            <a:fillRect/>
          </a:stretch>
        </a:blipFill>
        <a:ln>
          <a:noFill/>
        </a:ln>
      </dgm:spPr>
      <dgm:extLst>
        <a:ext uri="{E40237B7-FDA0-4F09-8148-C483321AD2D9}">
          <dgm14:cNvPr xmlns:dgm14="http://schemas.microsoft.com/office/drawing/2010/diagram" id="0" name="" descr="Programmer female with solid fill"/>
        </a:ext>
      </dgm:extLst>
    </dgm:pt>
    <dgm:pt modelId="{8854FDB6-04FD-4DEB-9AB6-DDB7E532A353}" type="pres">
      <dgm:prSet presAssocID="{F4A56385-3827-49D1-B533-953BA75136B7}" presName="spaceRect" presStyleCnt="0"/>
      <dgm:spPr/>
    </dgm:pt>
    <dgm:pt modelId="{9260EF14-C09B-4543-88B7-7F45704CBA36}" type="pres">
      <dgm:prSet presAssocID="{F4A56385-3827-49D1-B533-953BA75136B7}" presName="parTx" presStyleLbl="revTx" presStyleIdx="4" presStyleCnt="5">
        <dgm:presLayoutVars>
          <dgm:chMax val="0"/>
          <dgm:chPref val="0"/>
        </dgm:presLayoutVars>
      </dgm:prSet>
      <dgm:spPr/>
    </dgm:pt>
  </dgm:ptLst>
  <dgm:cxnLst>
    <dgm:cxn modelId="{024B121E-3EE5-42C9-97D1-5E0D27C29DC3}" srcId="{162F69A6-0780-49EA-A6A8-3965C12489B2}" destId="{419DF63C-9792-4EF5-9125-1EEF4D07C33F}" srcOrd="2" destOrd="0" parTransId="{2B95E8EF-82FE-4F54-970D-D55C9AD8EC00}" sibTransId="{EA8773AB-BB82-4BF6-944E-80CD2086CE93}"/>
    <dgm:cxn modelId="{D7E7903A-483E-4876-8C77-EEB10661B95B}" type="presOf" srcId="{1B1E513F-BEB7-483A-8F12-A8210AEF19E9}" destId="{3CBA7321-E2AC-48FD-B351-CE3C9A4CE924}" srcOrd="0" destOrd="0" presId="urn:microsoft.com/office/officeart/2018/2/layout/IconVerticalSolidList"/>
    <dgm:cxn modelId="{C9B7BD43-67DC-4CD4-86B0-92B8BFA59068}" type="presOf" srcId="{2B87ECDB-C552-42F6-9B52-6548A18B206B}" destId="{AC018808-9CEA-4C61-8875-3E922AA167D7}" srcOrd="0" destOrd="0" presId="urn:microsoft.com/office/officeart/2018/2/layout/IconVerticalSolidList"/>
    <dgm:cxn modelId="{92648A4D-7D0D-48F5-96E4-BF8EC541B3A9}" type="presOf" srcId="{419DF63C-9792-4EF5-9125-1EEF4D07C33F}" destId="{8409F791-340A-4625-9294-3E680D66DB63}" srcOrd="0" destOrd="0" presId="urn:microsoft.com/office/officeart/2018/2/layout/IconVerticalSolidList"/>
    <dgm:cxn modelId="{DF18896F-7F42-4500-8AD0-6181E8694E28}" type="presOf" srcId="{F4A56385-3827-49D1-B533-953BA75136B7}" destId="{9260EF14-C09B-4543-88B7-7F45704CBA36}" srcOrd="0" destOrd="0" presId="urn:microsoft.com/office/officeart/2018/2/layout/IconVerticalSolidList"/>
    <dgm:cxn modelId="{91AFA996-5E3B-401C-B400-E70DBD4A4AB6}" srcId="{162F69A6-0780-49EA-A6A8-3965C12489B2}" destId="{2B87ECDB-C552-42F6-9B52-6548A18B206B}" srcOrd="1" destOrd="0" parTransId="{0DC560D9-C62C-41BA-8D68-CB78933BFF0C}" sibTransId="{80EFB54F-1AC8-40D9-981D-4C85160A5799}"/>
    <dgm:cxn modelId="{D572C096-14C8-487B-ABCD-6354192B80BA}" srcId="{162F69A6-0780-49EA-A6A8-3965C12489B2}" destId="{F4A56385-3827-49D1-B533-953BA75136B7}" srcOrd="4" destOrd="0" parTransId="{5C6E35C5-B6D6-42D4-9FF2-63E3FEC1E45F}" sibTransId="{E866DA3A-B427-429E-A892-4812B432ED79}"/>
    <dgm:cxn modelId="{813C1BD6-5A4A-43F4-8BF7-0645F72381AA}" srcId="{162F69A6-0780-49EA-A6A8-3965C12489B2}" destId="{30269CC2-8DD6-4402-82F3-18F164A732FF}" srcOrd="0" destOrd="0" parTransId="{4A8A3B18-A3DE-475C-8BF1-FB4B84DDA43B}" sibTransId="{2DAA2C1D-14F6-4BCA-B047-0B53ADD46F43}"/>
    <dgm:cxn modelId="{7F77D1ED-2343-4635-9FDF-CF5C9D2B3315}" type="presOf" srcId="{162F69A6-0780-49EA-A6A8-3965C12489B2}" destId="{05261D3E-3CC7-4C85-9E09-D67FC777908C}" srcOrd="0" destOrd="0" presId="urn:microsoft.com/office/officeart/2018/2/layout/IconVerticalSolidList"/>
    <dgm:cxn modelId="{9CD469EF-CF99-411A-B4B3-5B2C59AF684C}" srcId="{162F69A6-0780-49EA-A6A8-3965C12489B2}" destId="{1B1E513F-BEB7-483A-8F12-A8210AEF19E9}" srcOrd="3" destOrd="0" parTransId="{DB284026-3063-4705-B72C-ADE04469BE6D}" sibTransId="{D99C9B80-BA48-46B7-8B67-372E2AFD9E86}"/>
    <dgm:cxn modelId="{175EB5FF-CD0E-4495-8FA8-F19D1233730A}" type="presOf" srcId="{30269CC2-8DD6-4402-82F3-18F164A732FF}" destId="{F113ED77-1650-49A8-987A-A13C2A50CEA5}" srcOrd="0" destOrd="0" presId="urn:microsoft.com/office/officeart/2018/2/layout/IconVerticalSolidList"/>
    <dgm:cxn modelId="{B6784D09-C55E-4568-A257-9A4C076E72A2}" type="presParOf" srcId="{05261D3E-3CC7-4C85-9E09-D67FC777908C}" destId="{25C6FE9B-AED9-47D9-807F-76A517615FC1}" srcOrd="0" destOrd="0" presId="urn:microsoft.com/office/officeart/2018/2/layout/IconVerticalSolidList"/>
    <dgm:cxn modelId="{918FF3CA-876D-40FA-841A-AB5A28A77ED2}" type="presParOf" srcId="{25C6FE9B-AED9-47D9-807F-76A517615FC1}" destId="{99698387-9DF3-4127-A7DE-FCE3F05A3470}" srcOrd="0" destOrd="0" presId="urn:microsoft.com/office/officeart/2018/2/layout/IconVerticalSolidList"/>
    <dgm:cxn modelId="{9E8C0B32-A7B3-460A-83CF-493652F6403A}" type="presParOf" srcId="{25C6FE9B-AED9-47D9-807F-76A517615FC1}" destId="{B52E1101-E263-4511-8D8F-5A215C912C41}" srcOrd="1" destOrd="0" presId="urn:microsoft.com/office/officeart/2018/2/layout/IconVerticalSolidList"/>
    <dgm:cxn modelId="{BF3562AE-51B6-4827-AC2A-02A6C7EE6F5E}" type="presParOf" srcId="{25C6FE9B-AED9-47D9-807F-76A517615FC1}" destId="{18EFBBAF-BD9F-4030-B8A4-57CCEB350921}" srcOrd="2" destOrd="0" presId="urn:microsoft.com/office/officeart/2018/2/layout/IconVerticalSolidList"/>
    <dgm:cxn modelId="{04E3ADEA-CCED-42DB-834F-C02041D4F81B}" type="presParOf" srcId="{25C6FE9B-AED9-47D9-807F-76A517615FC1}" destId="{F113ED77-1650-49A8-987A-A13C2A50CEA5}" srcOrd="3" destOrd="0" presId="urn:microsoft.com/office/officeart/2018/2/layout/IconVerticalSolidList"/>
    <dgm:cxn modelId="{F6438E6C-D016-4A64-9005-13CAA2685ADD}" type="presParOf" srcId="{05261D3E-3CC7-4C85-9E09-D67FC777908C}" destId="{084D1940-F8FF-48AA-A0CA-908C7645C951}" srcOrd="1" destOrd="0" presId="urn:microsoft.com/office/officeart/2018/2/layout/IconVerticalSolidList"/>
    <dgm:cxn modelId="{CEB88A46-381C-4FB3-B5C2-36F0205865FC}" type="presParOf" srcId="{05261D3E-3CC7-4C85-9E09-D67FC777908C}" destId="{922A9066-91F0-4494-8CF8-01F8511B6028}" srcOrd="2" destOrd="0" presId="urn:microsoft.com/office/officeart/2018/2/layout/IconVerticalSolidList"/>
    <dgm:cxn modelId="{D1B45BFC-BE7D-41A5-ACF1-DDC855C4E453}" type="presParOf" srcId="{922A9066-91F0-4494-8CF8-01F8511B6028}" destId="{FA3369E0-5B38-4FDD-A9F5-22B9810A03F7}" srcOrd="0" destOrd="0" presId="urn:microsoft.com/office/officeart/2018/2/layout/IconVerticalSolidList"/>
    <dgm:cxn modelId="{4643A976-3E27-4CAA-B7FC-B0B83CAF8B1F}" type="presParOf" srcId="{922A9066-91F0-4494-8CF8-01F8511B6028}" destId="{FADE9C4E-BFE3-4374-BE2C-676ED238ACF2}" srcOrd="1" destOrd="0" presId="urn:microsoft.com/office/officeart/2018/2/layout/IconVerticalSolidList"/>
    <dgm:cxn modelId="{D766C06F-7B8D-459C-9FB9-C58229C29760}" type="presParOf" srcId="{922A9066-91F0-4494-8CF8-01F8511B6028}" destId="{7000F0F2-143F-4CAE-BA6B-E9C401E5437A}" srcOrd="2" destOrd="0" presId="urn:microsoft.com/office/officeart/2018/2/layout/IconVerticalSolidList"/>
    <dgm:cxn modelId="{150742EF-413B-4B94-8C6E-7E0DC782FB81}" type="presParOf" srcId="{922A9066-91F0-4494-8CF8-01F8511B6028}" destId="{AC018808-9CEA-4C61-8875-3E922AA167D7}" srcOrd="3" destOrd="0" presId="urn:microsoft.com/office/officeart/2018/2/layout/IconVerticalSolidList"/>
    <dgm:cxn modelId="{8C73B2A2-55AA-4BE8-A101-760B33AD8140}" type="presParOf" srcId="{05261D3E-3CC7-4C85-9E09-D67FC777908C}" destId="{CE46B6BD-FA9F-4C65-8E75-D8C24C71657B}" srcOrd="3" destOrd="0" presId="urn:microsoft.com/office/officeart/2018/2/layout/IconVerticalSolidList"/>
    <dgm:cxn modelId="{18BE3019-0E90-4C32-A988-157009864AD2}" type="presParOf" srcId="{05261D3E-3CC7-4C85-9E09-D67FC777908C}" destId="{B12160B6-4EC8-4B4D-A1B2-F7F5F2795F75}" srcOrd="4" destOrd="0" presId="urn:microsoft.com/office/officeart/2018/2/layout/IconVerticalSolidList"/>
    <dgm:cxn modelId="{2EEC68C7-29BF-4C02-91C1-17C5C78737B5}" type="presParOf" srcId="{B12160B6-4EC8-4B4D-A1B2-F7F5F2795F75}" destId="{DB8ABDAA-976A-4A84-A3C3-277080E19DCA}" srcOrd="0" destOrd="0" presId="urn:microsoft.com/office/officeart/2018/2/layout/IconVerticalSolidList"/>
    <dgm:cxn modelId="{F1D89C2A-76D1-4569-963D-1C92D0A16E1C}" type="presParOf" srcId="{B12160B6-4EC8-4B4D-A1B2-F7F5F2795F75}" destId="{D335376E-740A-4A47-BC5B-3381DE731CE0}" srcOrd="1" destOrd="0" presId="urn:microsoft.com/office/officeart/2018/2/layout/IconVerticalSolidList"/>
    <dgm:cxn modelId="{4E76AE4D-E418-463B-994D-6DDD4BE738C0}" type="presParOf" srcId="{B12160B6-4EC8-4B4D-A1B2-F7F5F2795F75}" destId="{BCDE90E0-E45B-4C79-BE60-A53702208276}" srcOrd="2" destOrd="0" presId="urn:microsoft.com/office/officeart/2018/2/layout/IconVerticalSolidList"/>
    <dgm:cxn modelId="{A3104C94-C425-4DC0-8A01-7FDFF0F35AAA}" type="presParOf" srcId="{B12160B6-4EC8-4B4D-A1B2-F7F5F2795F75}" destId="{8409F791-340A-4625-9294-3E680D66DB63}" srcOrd="3" destOrd="0" presId="urn:microsoft.com/office/officeart/2018/2/layout/IconVerticalSolidList"/>
    <dgm:cxn modelId="{605473B3-8AA5-4EE0-BFBA-3AB749038A35}" type="presParOf" srcId="{05261D3E-3CC7-4C85-9E09-D67FC777908C}" destId="{D4892BA4-47FA-499C-84FA-3A971E9AFE41}" srcOrd="5" destOrd="0" presId="urn:microsoft.com/office/officeart/2018/2/layout/IconVerticalSolidList"/>
    <dgm:cxn modelId="{CC9F31C5-774B-4FC3-9646-7E0EFDB54727}" type="presParOf" srcId="{05261D3E-3CC7-4C85-9E09-D67FC777908C}" destId="{390D1410-0CB7-44D5-903C-C35615DE86E1}" srcOrd="6" destOrd="0" presId="urn:microsoft.com/office/officeart/2018/2/layout/IconVerticalSolidList"/>
    <dgm:cxn modelId="{34A9E1BF-6D83-4701-9E7B-CBCD8074AEAA}" type="presParOf" srcId="{390D1410-0CB7-44D5-903C-C35615DE86E1}" destId="{C2FCE80A-DCA0-4D7F-8F72-19CB2337E588}" srcOrd="0" destOrd="0" presId="urn:microsoft.com/office/officeart/2018/2/layout/IconVerticalSolidList"/>
    <dgm:cxn modelId="{2682A58B-536A-49D1-A507-E48E245F1609}" type="presParOf" srcId="{390D1410-0CB7-44D5-903C-C35615DE86E1}" destId="{1B0B9210-632F-4BB5-B140-1FA20D3CF123}" srcOrd="1" destOrd="0" presId="urn:microsoft.com/office/officeart/2018/2/layout/IconVerticalSolidList"/>
    <dgm:cxn modelId="{59D669F7-8B16-4888-95F6-5986C0AFE631}" type="presParOf" srcId="{390D1410-0CB7-44D5-903C-C35615DE86E1}" destId="{E9B85894-F3EF-4216-9DD4-962DCF409217}" srcOrd="2" destOrd="0" presId="urn:microsoft.com/office/officeart/2018/2/layout/IconVerticalSolidList"/>
    <dgm:cxn modelId="{BD8D7B70-D5A5-475A-9EAE-2DF74A65E7A7}" type="presParOf" srcId="{390D1410-0CB7-44D5-903C-C35615DE86E1}" destId="{3CBA7321-E2AC-48FD-B351-CE3C9A4CE924}" srcOrd="3" destOrd="0" presId="urn:microsoft.com/office/officeart/2018/2/layout/IconVerticalSolidList"/>
    <dgm:cxn modelId="{A54D5403-F787-4964-8489-63C75BE2EFB6}" type="presParOf" srcId="{05261D3E-3CC7-4C85-9E09-D67FC777908C}" destId="{5E25F319-BBA5-4820-B2FC-14F8D56BF078}" srcOrd="7" destOrd="0" presId="urn:microsoft.com/office/officeart/2018/2/layout/IconVerticalSolidList"/>
    <dgm:cxn modelId="{B5AAF852-AE2E-40BE-BC22-1382A2AD5A44}" type="presParOf" srcId="{05261D3E-3CC7-4C85-9E09-D67FC777908C}" destId="{A9DA4473-F7AD-4D05-A89E-4317469C9CAC}" srcOrd="8" destOrd="0" presId="urn:microsoft.com/office/officeart/2018/2/layout/IconVerticalSolidList"/>
    <dgm:cxn modelId="{80161854-1670-4BD7-9912-A0DFE5201001}" type="presParOf" srcId="{A9DA4473-F7AD-4D05-A89E-4317469C9CAC}" destId="{343A76ED-9DD6-4B0A-830E-16ED952B3D06}" srcOrd="0" destOrd="0" presId="urn:microsoft.com/office/officeart/2018/2/layout/IconVerticalSolidList"/>
    <dgm:cxn modelId="{17AEC66B-BBFF-4EF5-B894-6B5A992F362F}" type="presParOf" srcId="{A9DA4473-F7AD-4D05-A89E-4317469C9CAC}" destId="{C21BED67-1F13-4312-815B-B5C34DAA27F9}" srcOrd="1" destOrd="0" presId="urn:microsoft.com/office/officeart/2018/2/layout/IconVerticalSolidList"/>
    <dgm:cxn modelId="{D35FF1B4-6B78-4ECE-976F-17DFD749DB9F}" type="presParOf" srcId="{A9DA4473-F7AD-4D05-A89E-4317469C9CAC}" destId="{8854FDB6-04FD-4DEB-9AB6-DDB7E532A353}" srcOrd="2" destOrd="0" presId="urn:microsoft.com/office/officeart/2018/2/layout/IconVerticalSolidList"/>
    <dgm:cxn modelId="{00C148E5-B634-4CBF-973D-0F5A3C5E09C8}" type="presParOf" srcId="{A9DA4473-F7AD-4D05-A89E-4317469C9CAC}" destId="{9260EF14-C09B-4543-88B7-7F45704CBA36}"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62F69A6-0780-49EA-A6A8-3965C12489B2}" type="doc">
      <dgm:prSet loTypeId="urn:microsoft.com/office/officeart/2018/2/layout/IconVerticalSolidList" loCatId="icon" qsTypeId="urn:microsoft.com/office/officeart/2005/8/quickstyle/simple1" qsCatId="simple" csTypeId="urn:microsoft.com/office/officeart/2005/8/colors/accent0_1" csCatId="mainScheme" phldr="1"/>
      <dgm:spPr/>
      <dgm:t>
        <a:bodyPr rtlCol="0"/>
        <a:lstStyle/>
        <a:p>
          <a:pPr rtl="0"/>
          <a:endParaRPr lang="en-US"/>
        </a:p>
      </dgm:t>
    </dgm:pt>
    <dgm:pt modelId="{30269CC2-8DD6-4402-82F3-18F164A732FF}">
      <dgm:prSet/>
      <dgm:spPr/>
      <dgm:t>
        <a:bodyPr rtlCol="0"/>
        <a:lstStyle/>
        <a:p>
          <a:pPr>
            <a:lnSpc>
              <a:spcPct val="100000"/>
            </a:lnSpc>
          </a:pPr>
          <a:r>
            <a:rPr lang="en-GB" noProof="0" dirty="0">
              <a:solidFill>
                <a:schemeClr val="bg1"/>
              </a:solidFill>
            </a:rPr>
            <a:t>V0: LED switch</a:t>
          </a:r>
        </a:p>
      </dgm:t>
    </dgm:pt>
    <dgm:pt modelId="{2DAA2C1D-14F6-4BCA-B047-0B53ADD46F43}" type="sibTrans" cxnId="{813C1BD6-5A4A-43F4-8BF7-0645F72381AA}">
      <dgm:prSet/>
      <dgm:spPr/>
      <dgm:t>
        <a:bodyPr rtlCol="0"/>
        <a:lstStyle/>
        <a:p>
          <a:pPr rtl="0"/>
          <a:endParaRPr lang="en-GB" noProof="0" dirty="0"/>
        </a:p>
      </dgm:t>
    </dgm:pt>
    <dgm:pt modelId="{4A8A3B18-A3DE-475C-8BF1-FB4B84DDA43B}" type="parTrans" cxnId="{813C1BD6-5A4A-43F4-8BF7-0645F72381AA}">
      <dgm:prSet/>
      <dgm:spPr/>
      <dgm:t>
        <a:bodyPr rtlCol="0"/>
        <a:lstStyle/>
        <a:p>
          <a:pPr rtl="0"/>
          <a:endParaRPr lang="en-GB" noProof="0" dirty="0"/>
        </a:p>
      </dgm:t>
    </dgm:pt>
    <dgm:pt modelId="{2B87ECDB-C552-42F6-9B52-6548A18B206B}">
      <dgm:prSet/>
      <dgm:spPr/>
      <dgm:t>
        <a:bodyPr rtlCol="0"/>
        <a:lstStyle/>
        <a:p>
          <a:pPr>
            <a:lnSpc>
              <a:spcPct val="100000"/>
            </a:lnSpc>
          </a:pPr>
          <a:r>
            <a:rPr lang="en-GB" noProof="0" dirty="0">
              <a:solidFill>
                <a:schemeClr val="bg1"/>
              </a:solidFill>
            </a:rPr>
            <a:t>V1: fan switch</a:t>
          </a:r>
        </a:p>
      </dgm:t>
    </dgm:pt>
    <dgm:pt modelId="{80EFB54F-1AC8-40D9-981D-4C85160A5799}" type="sibTrans" cxnId="{91AFA996-5E3B-401C-B400-E70DBD4A4AB6}">
      <dgm:prSet/>
      <dgm:spPr/>
      <dgm:t>
        <a:bodyPr rtlCol="0"/>
        <a:lstStyle/>
        <a:p>
          <a:pPr rtl="0"/>
          <a:endParaRPr lang="en-GB" noProof="0" dirty="0"/>
        </a:p>
      </dgm:t>
    </dgm:pt>
    <dgm:pt modelId="{0DC560D9-C62C-41BA-8D68-CB78933BFF0C}" type="parTrans" cxnId="{91AFA996-5E3B-401C-B400-E70DBD4A4AB6}">
      <dgm:prSet/>
      <dgm:spPr/>
      <dgm:t>
        <a:bodyPr rtlCol="0"/>
        <a:lstStyle/>
        <a:p>
          <a:pPr rtl="0"/>
          <a:endParaRPr lang="en-GB" noProof="0" dirty="0"/>
        </a:p>
      </dgm:t>
    </dgm:pt>
    <dgm:pt modelId="{419DF63C-9792-4EF5-9125-1EEF4D07C33F}">
      <dgm:prSet/>
      <dgm:spPr/>
      <dgm:t>
        <a:bodyPr rtlCol="0"/>
        <a:lstStyle/>
        <a:p>
          <a:pPr>
            <a:lnSpc>
              <a:spcPct val="100000"/>
            </a:lnSpc>
          </a:pPr>
          <a:r>
            <a:rPr lang="en-GB" noProof="0" dirty="0">
              <a:solidFill>
                <a:schemeClr val="bg1"/>
              </a:solidFill>
            </a:rPr>
            <a:t>V3:</a:t>
          </a:r>
          <a:r>
            <a:rPr lang="en-GB" baseline="0" noProof="0" dirty="0">
              <a:solidFill>
                <a:schemeClr val="bg1"/>
              </a:solidFill>
            </a:rPr>
            <a:t> Temperature Gauge</a:t>
          </a:r>
          <a:endParaRPr lang="en-GB" noProof="0" dirty="0">
            <a:solidFill>
              <a:schemeClr val="bg1"/>
            </a:solidFill>
          </a:endParaRPr>
        </a:p>
      </dgm:t>
    </dgm:pt>
    <dgm:pt modelId="{EA8773AB-BB82-4BF6-944E-80CD2086CE93}" type="sibTrans" cxnId="{024B121E-3EE5-42C9-97D1-5E0D27C29DC3}">
      <dgm:prSet/>
      <dgm:spPr/>
      <dgm:t>
        <a:bodyPr rtlCol="0"/>
        <a:lstStyle/>
        <a:p>
          <a:pPr rtl="0"/>
          <a:endParaRPr lang="en-GB" noProof="0" dirty="0"/>
        </a:p>
      </dgm:t>
    </dgm:pt>
    <dgm:pt modelId="{2B95E8EF-82FE-4F54-970D-D55C9AD8EC00}" type="parTrans" cxnId="{024B121E-3EE5-42C9-97D1-5E0D27C29DC3}">
      <dgm:prSet/>
      <dgm:spPr/>
      <dgm:t>
        <a:bodyPr rtlCol="0"/>
        <a:lstStyle/>
        <a:p>
          <a:pPr rtl="0"/>
          <a:endParaRPr lang="en-GB" noProof="0" dirty="0"/>
        </a:p>
      </dgm:t>
    </dgm:pt>
    <dgm:pt modelId="{1B1E513F-BEB7-483A-8F12-A8210AEF19E9}">
      <dgm:prSet/>
      <dgm:spPr/>
      <dgm:t>
        <a:bodyPr rtlCol="0"/>
        <a:lstStyle/>
        <a:p>
          <a:pPr>
            <a:lnSpc>
              <a:spcPct val="100000"/>
            </a:lnSpc>
          </a:pPr>
          <a:r>
            <a:rPr lang="en-GB" noProof="0" dirty="0">
              <a:solidFill>
                <a:schemeClr val="bg1"/>
              </a:solidFill>
            </a:rPr>
            <a:t>V2: Humidity Gauge</a:t>
          </a:r>
        </a:p>
      </dgm:t>
    </dgm:pt>
    <dgm:pt modelId="{D99C9B80-BA48-46B7-8B67-372E2AFD9E86}" type="sibTrans" cxnId="{9CD469EF-CF99-411A-B4B3-5B2C59AF684C}">
      <dgm:prSet/>
      <dgm:spPr/>
      <dgm:t>
        <a:bodyPr rtlCol="0"/>
        <a:lstStyle/>
        <a:p>
          <a:pPr rtl="0"/>
          <a:endParaRPr lang="en-GB" noProof="0" dirty="0"/>
        </a:p>
      </dgm:t>
    </dgm:pt>
    <dgm:pt modelId="{DB284026-3063-4705-B72C-ADE04469BE6D}" type="parTrans" cxnId="{9CD469EF-CF99-411A-B4B3-5B2C59AF684C}">
      <dgm:prSet/>
      <dgm:spPr/>
      <dgm:t>
        <a:bodyPr rtlCol="0"/>
        <a:lstStyle/>
        <a:p>
          <a:pPr rtl="0"/>
          <a:endParaRPr lang="en-GB" noProof="0" dirty="0"/>
        </a:p>
      </dgm:t>
    </dgm:pt>
    <dgm:pt modelId="{F4A56385-3827-49D1-B533-953BA75136B7}">
      <dgm:prSet/>
      <dgm:spPr/>
      <dgm:t>
        <a:bodyPr rtlCol="0"/>
        <a:lstStyle/>
        <a:p>
          <a:pPr>
            <a:lnSpc>
              <a:spcPct val="100000"/>
            </a:lnSpc>
          </a:pPr>
          <a:r>
            <a:rPr lang="en-GB" noProof="0" dirty="0">
              <a:solidFill>
                <a:schemeClr val="bg1"/>
              </a:solidFill>
            </a:rPr>
            <a:t>V4: Tank water percentage gauge</a:t>
          </a:r>
        </a:p>
      </dgm:t>
    </dgm:pt>
    <dgm:pt modelId="{E866DA3A-B427-429E-A892-4812B432ED79}" type="sibTrans" cxnId="{D572C096-14C8-487B-ABCD-6354192B80BA}">
      <dgm:prSet/>
      <dgm:spPr/>
      <dgm:t>
        <a:bodyPr rtlCol="0"/>
        <a:lstStyle/>
        <a:p>
          <a:pPr rtl="0"/>
          <a:endParaRPr lang="en-GB" noProof="0" dirty="0"/>
        </a:p>
      </dgm:t>
    </dgm:pt>
    <dgm:pt modelId="{5C6E35C5-B6D6-42D4-9FF2-63E3FEC1E45F}" type="parTrans" cxnId="{D572C096-14C8-487B-ABCD-6354192B80BA}">
      <dgm:prSet/>
      <dgm:spPr/>
      <dgm:t>
        <a:bodyPr rtlCol="0"/>
        <a:lstStyle/>
        <a:p>
          <a:pPr rtl="0"/>
          <a:endParaRPr lang="en-GB" noProof="0" dirty="0"/>
        </a:p>
      </dgm:t>
    </dgm:pt>
    <dgm:pt modelId="{05261D3E-3CC7-4C85-9E09-D67FC777908C}" type="pres">
      <dgm:prSet presAssocID="{162F69A6-0780-49EA-A6A8-3965C12489B2}" presName="root" presStyleCnt="0">
        <dgm:presLayoutVars>
          <dgm:dir/>
          <dgm:resizeHandles val="exact"/>
        </dgm:presLayoutVars>
      </dgm:prSet>
      <dgm:spPr/>
    </dgm:pt>
    <dgm:pt modelId="{25C6FE9B-AED9-47D9-807F-76A517615FC1}" type="pres">
      <dgm:prSet presAssocID="{30269CC2-8DD6-4402-82F3-18F164A732FF}" presName="compNode" presStyleCnt="0"/>
      <dgm:spPr/>
    </dgm:pt>
    <dgm:pt modelId="{99698387-9DF3-4127-A7DE-FCE3F05A3470}" type="pres">
      <dgm:prSet presAssocID="{30269CC2-8DD6-4402-82F3-18F164A732FF}" presName="bgRect" presStyleLbl="bgShp" presStyleIdx="0" presStyleCnt="5"/>
      <dgm:spPr>
        <a:prstGeom prst="rect">
          <a:avLst/>
        </a:prstGeom>
        <a:solidFill>
          <a:schemeClr val="tx2"/>
        </a:solidFill>
      </dgm:spPr>
    </dgm:pt>
    <dgm:pt modelId="{B52E1101-E263-4511-8D8F-5A215C912C41}" type="pres">
      <dgm:prSet presAssocID="{30269CC2-8DD6-4402-82F3-18F164A732FF}" presName="iconRect" presStyleLbl="node1" presStyleIdx="0" presStyleCnt="5"/>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Lightbulb with solid fill"/>
        </a:ext>
      </dgm:extLst>
    </dgm:pt>
    <dgm:pt modelId="{18EFBBAF-BD9F-4030-B8A4-57CCEB350921}" type="pres">
      <dgm:prSet presAssocID="{30269CC2-8DD6-4402-82F3-18F164A732FF}" presName="spaceRect" presStyleCnt="0"/>
      <dgm:spPr/>
    </dgm:pt>
    <dgm:pt modelId="{F113ED77-1650-49A8-987A-A13C2A50CEA5}" type="pres">
      <dgm:prSet presAssocID="{30269CC2-8DD6-4402-82F3-18F164A732FF}" presName="parTx" presStyleLbl="revTx" presStyleIdx="0" presStyleCnt="5">
        <dgm:presLayoutVars>
          <dgm:chMax val="0"/>
          <dgm:chPref val="0"/>
        </dgm:presLayoutVars>
      </dgm:prSet>
      <dgm:spPr/>
    </dgm:pt>
    <dgm:pt modelId="{084D1940-F8FF-48AA-A0CA-908C7645C951}" type="pres">
      <dgm:prSet presAssocID="{2DAA2C1D-14F6-4BCA-B047-0B53ADD46F43}" presName="sibTrans" presStyleCnt="0"/>
      <dgm:spPr/>
    </dgm:pt>
    <dgm:pt modelId="{922A9066-91F0-4494-8CF8-01F8511B6028}" type="pres">
      <dgm:prSet presAssocID="{2B87ECDB-C552-42F6-9B52-6548A18B206B}" presName="compNode" presStyleCnt="0"/>
      <dgm:spPr/>
    </dgm:pt>
    <dgm:pt modelId="{FA3369E0-5B38-4FDD-A9F5-22B9810A03F7}" type="pres">
      <dgm:prSet presAssocID="{2B87ECDB-C552-42F6-9B52-6548A18B206B}" presName="bgRect" presStyleLbl="bgShp" presStyleIdx="1" presStyleCnt="5"/>
      <dgm:spPr>
        <a:xfrm>
          <a:off x="0" y="1249576"/>
          <a:ext cx="6791323" cy="995920"/>
        </a:xfrm>
        <a:prstGeom prst="rect">
          <a:avLst/>
        </a:prstGeom>
        <a:solidFill>
          <a:schemeClr val="tx2"/>
        </a:solidFill>
      </dgm:spPr>
    </dgm:pt>
    <dgm:pt modelId="{FADE9C4E-BFE3-4374-BE2C-676ED238ACF2}" type="pres">
      <dgm:prSet presAssocID="{2B87ECDB-C552-42F6-9B52-6548A18B206B}" presName="iconRect" presStyleLbl="node1" presStyleIdx="1" presStyleCnt="5"/>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Fan with solid fill"/>
        </a:ext>
      </dgm:extLst>
    </dgm:pt>
    <dgm:pt modelId="{7000F0F2-143F-4CAE-BA6B-E9C401E5437A}" type="pres">
      <dgm:prSet presAssocID="{2B87ECDB-C552-42F6-9B52-6548A18B206B}" presName="spaceRect" presStyleCnt="0"/>
      <dgm:spPr/>
    </dgm:pt>
    <dgm:pt modelId="{AC018808-9CEA-4C61-8875-3E922AA167D7}" type="pres">
      <dgm:prSet presAssocID="{2B87ECDB-C552-42F6-9B52-6548A18B206B}" presName="parTx" presStyleLbl="revTx" presStyleIdx="1" presStyleCnt="5">
        <dgm:presLayoutVars>
          <dgm:chMax val="0"/>
          <dgm:chPref val="0"/>
        </dgm:presLayoutVars>
      </dgm:prSet>
      <dgm:spPr/>
    </dgm:pt>
    <dgm:pt modelId="{CE46B6BD-FA9F-4C65-8E75-D8C24C71657B}" type="pres">
      <dgm:prSet presAssocID="{80EFB54F-1AC8-40D9-981D-4C85160A5799}" presName="sibTrans" presStyleCnt="0"/>
      <dgm:spPr/>
    </dgm:pt>
    <dgm:pt modelId="{390D1410-0CB7-44D5-903C-C35615DE86E1}" type="pres">
      <dgm:prSet presAssocID="{1B1E513F-BEB7-483A-8F12-A8210AEF19E9}" presName="compNode" presStyleCnt="0"/>
      <dgm:spPr/>
    </dgm:pt>
    <dgm:pt modelId="{C2FCE80A-DCA0-4D7F-8F72-19CB2337E588}" type="pres">
      <dgm:prSet presAssocID="{1B1E513F-BEB7-483A-8F12-A8210AEF19E9}" presName="bgRect" presStyleLbl="bgShp" presStyleIdx="2" presStyleCnt="5"/>
      <dgm:spPr>
        <a:xfrm>
          <a:off x="0" y="3739377"/>
          <a:ext cx="6791323" cy="995920"/>
        </a:xfrm>
        <a:prstGeom prst="rect">
          <a:avLst/>
        </a:prstGeom>
        <a:solidFill>
          <a:schemeClr val="tx2"/>
        </a:solidFill>
      </dgm:spPr>
    </dgm:pt>
    <dgm:pt modelId="{1B0B9210-632F-4BB5-B140-1FA20D3CF123}" type="pres">
      <dgm:prSet presAssocID="{1B1E513F-BEB7-483A-8F12-A8210AEF19E9}" presName="iconRect" presStyleLbl="node1" presStyleIdx="2" presStyleCnt="5"/>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a:noFill/>
        </a:ln>
      </dgm:spPr>
      <dgm:extLst>
        <a:ext uri="{E40237B7-FDA0-4F09-8148-C483321AD2D9}">
          <dgm14:cNvPr xmlns:dgm14="http://schemas.microsoft.com/office/drawing/2010/diagram" id="0" name="" descr="Splash1 outline"/>
        </a:ext>
      </dgm:extLst>
    </dgm:pt>
    <dgm:pt modelId="{E9B85894-F3EF-4216-9DD4-962DCF409217}" type="pres">
      <dgm:prSet presAssocID="{1B1E513F-BEB7-483A-8F12-A8210AEF19E9}" presName="spaceRect" presStyleCnt="0"/>
      <dgm:spPr/>
    </dgm:pt>
    <dgm:pt modelId="{3CBA7321-E2AC-48FD-B351-CE3C9A4CE924}" type="pres">
      <dgm:prSet presAssocID="{1B1E513F-BEB7-483A-8F12-A8210AEF19E9}" presName="parTx" presStyleLbl="revTx" presStyleIdx="2" presStyleCnt="5">
        <dgm:presLayoutVars>
          <dgm:chMax val="0"/>
          <dgm:chPref val="0"/>
        </dgm:presLayoutVars>
      </dgm:prSet>
      <dgm:spPr/>
    </dgm:pt>
    <dgm:pt modelId="{5E25F319-BBA5-4820-B2FC-14F8D56BF078}" type="pres">
      <dgm:prSet presAssocID="{D99C9B80-BA48-46B7-8B67-372E2AFD9E86}" presName="sibTrans" presStyleCnt="0"/>
      <dgm:spPr/>
    </dgm:pt>
    <dgm:pt modelId="{B12160B6-4EC8-4B4D-A1B2-F7F5F2795F75}" type="pres">
      <dgm:prSet presAssocID="{419DF63C-9792-4EF5-9125-1EEF4D07C33F}" presName="compNode" presStyleCnt="0"/>
      <dgm:spPr/>
    </dgm:pt>
    <dgm:pt modelId="{DB8ABDAA-976A-4A84-A3C3-277080E19DCA}" type="pres">
      <dgm:prSet presAssocID="{419DF63C-9792-4EF5-9125-1EEF4D07C33F}" presName="bgRect" presStyleLbl="bgShp" presStyleIdx="3" presStyleCnt="5"/>
      <dgm:spPr>
        <a:xfrm>
          <a:off x="0" y="2494477"/>
          <a:ext cx="6791323" cy="995920"/>
        </a:xfrm>
        <a:prstGeom prst="rect">
          <a:avLst/>
        </a:prstGeom>
        <a:solidFill>
          <a:schemeClr val="tx2"/>
        </a:solidFill>
      </dgm:spPr>
    </dgm:pt>
    <dgm:pt modelId="{D335376E-740A-4A47-BC5B-3381DE731CE0}" type="pres">
      <dgm:prSet presAssocID="{419DF63C-9792-4EF5-9125-1EEF4D07C33F}" presName="iconRect" presStyleLbl="node1" presStyleIdx="3" presStyleCnt="5"/>
      <dgm:spPr>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a:noFill/>
        </a:ln>
      </dgm:spPr>
      <dgm:extLst>
        <a:ext uri="{E40237B7-FDA0-4F09-8148-C483321AD2D9}">
          <dgm14:cNvPr xmlns:dgm14="http://schemas.microsoft.com/office/drawing/2010/diagram" id="0" name="" descr="Thermometer with solid fill"/>
        </a:ext>
      </dgm:extLst>
    </dgm:pt>
    <dgm:pt modelId="{BCDE90E0-E45B-4C79-BE60-A53702208276}" type="pres">
      <dgm:prSet presAssocID="{419DF63C-9792-4EF5-9125-1EEF4D07C33F}" presName="spaceRect" presStyleCnt="0"/>
      <dgm:spPr/>
    </dgm:pt>
    <dgm:pt modelId="{8409F791-340A-4625-9294-3E680D66DB63}" type="pres">
      <dgm:prSet presAssocID="{419DF63C-9792-4EF5-9125-1EEF4D07C33F}" presName="parTx" presStyleLbl="revTx" presStyleIdx="3" presStyleCnt="5">
        <dgm:presLayoutVars>
          <dgm:chMax val="0"/>
          <dgm:chPref val="0"/>
        </dgm:presLayoutVars>
      </dgm:prSet>
      <dgm:spPr/>
    </dgm:pt>
    <dgm:pt modelId="{D4892BA4-47FA-499C-84FA-3A971E9AFE41}" type="pres">
      <dgm:prSet presAssocID="{EA8773AB-BB82-4BF6-944E-80CD2086CE93}" presName="sibTrans" presStyleCnt="0"/>
      <dgm:spPr/>
    </dgm:pt>
    <dgm:pt modelId="{A9DA4473-F7AD-4D05-A89E-4317469C9CAC}" type="pres">
      <dgm:prSet presAssocID="{F4A56385-3827-49D1-B533-953BA75136B7}" presName="compNode" presStyleCnt="0"/>
      <dgm:spPr/>
    </dgm:pt>
    <dgm:pt modelId="{343A76ED-9DD6-4B0A-830E-16ED952B3D06}" type="pres">
      <dgm:prSet presAssocID="{F4A56385-3827-49D1-B533-953BA75136B7}" presName="bgRect" presStyleLbl="bgShp" presStyleIdx="4" presStyleCnt="5"/>
      <dgm:spPr>
        <a:xfrm>
          <a:off x="0" y="4984278"/>
          <a:ext cx="6791323" cy="995920"/>
        </a:xfrm>
        <a:prstGeom prst="rect">
          <a:avLst/>
        </a:prstGeom>
        <a:solidFill>
          <a:schemeClr val="tx2"/>
        </a:solidFill>
        <a:ln>
          <a:noFill/>
        </a:ln>
      </dgm:spPr>
    </dgm:pt>
    <dgm:pt modelId="{C21BED67-1F13-4312-815B-B5C34DAA27F9}" type="pres">
      <dgm:prSet presAssocID="{F4A56385-3827-49D1-B533-953BA75136B7}" presName="iconRect" presStyleLbl="node1" presStyleIdx="4" presStyleCnt="5"/>
      <dgm:spPr>
        <a:blipFill>
          <a:blip xmlns:r="http://schemas.openxmlformats.org/officeDocument/2006/relationships" r:embed="rId9">
            <a:extLst>
              <a:ext uri="{96DAC541-7B7A-43D3-8B79-37D633B846F1}">
                <asvg:svgBlip xmlns:asvg="http://schemas.microsoft.com/office/drawing/2016/SVG/main" r:embed="rId10"/>
              </a:ext>
            </a:extLst>
          </a:blip>
          <a:srcRect/>
          <a:stretch>
            <a:fillRect/>
          </a:stretch>
        </a:blipFill>
        <a:ln>
          <a:noFill/>
        </a:ln>
      </dgm:spPr>
      <dgm:extLst>
        <a:ext uri="{E40237B7-FDA0-4F09-8148-C483321AD2D9}">
          <dgm14:cNvPr xmlns:dgm14="http://schemas.microsoft.com/office/drawing/2010/diagram" id="0" name="" descr="Shower with solid fill"/>
        </a:ext>
      </dgm:extLst>
    </dgm:pt>
    <dgm:pt modelId="{8854FDB6-04FD-4DEB-9AB6-DDB7E532A353}" type="pres">
      <dgm:prSet presAssocID="{F4A56385-3827-49D1-B533-953BA75136B7}" presName="spaceRect" presStyleCnt="0"/>
      <dgm:spPr/>
    </dgm:pt>
    <dgm:pt modelId="{9260EF14-C09B-4543-88B7-7F45704CBA36}" type="pres">
      <dgm:prSet presAssocID="{F4A56385-3827-49D1-B533-953BA75136B7}" presName="parTx" presStyleLbl="revTx" presStyleIdx="4" presStyleCnt="5">
        <dgm:presLayoutVars>
          <dgm:chMax val="0"/>
          <dgm:chPref val="0"/>
        </dgm:presLayoutVars>
      </dgm:prSet>
      <dgm:spPr/>
    </dgm:pt>
  </dgm:ptLst>
  <dgm:cxnLst>
    <dgm:cxn modelId="{024B121E-3EE5-42C9-97D1-5E0D27C29DC3}" srcId="{162F69A6-0780-49EA-A6A8-3965C12489B2}" destId="{419DF63C-9792-4EF5-9125-1EEF4D07C33F}" srcOrd="3" destOrd="0" parTransId="{2B95E8EF-82FE-4F54-970D-D55C9AD8EC00}" sibTransId="{EA8773AB-BB82-4BF6-944E-80CD2086CE93}"/>
    <dgm:cxn modelId="{EF4B5532-A7C6-4946-922F-F7B835768644}" type="presOf" srcId="{419DF63C-9792-4EF5-9125-1EEF4D07C33F}" destId="{8409F791-340A-4625-9294-3E680D66DB63}" srcOrd="0" destOrd="0" presId="urn:microsoft.com/office/officeart/2018/2/layout/IconVerticalSolidList"/>
    <dgm:cxn modelId="{BB342D62-4866-4919-8B5A-30A661E11FFE}" type="presOf" srcId="{F4A56385-3827-49D1-B533-953BA75136B7}" destId="{9260EF14-C09B-4543-88B7-7F45704CBA36}" srcOrd="0" destOrd="0" presId="urn:microsoft.com/office/officeart/2018/2/layout/IconVerticalSolidList"/>
    <dgm:cxn modelId="{BA304B6A-24B5-47CC-B406-CED5639EBDBD}" type="presOf" srcId="{2B87ECDB-C552-42F6-9B52-6548A18B206B}" destId="{AC018808-9CEA-4C61-8875-3E922AA167D7}" srcOrd="0" destOrd="0" presId="urn:microsoft.com/office/officeart/2018/2/layout/IconVerticalSolidList"/>
    <dgm:cxn modelId="{C8C4D995-7712-468F-8193-DBD570A6D937}" type="presOf" srcId="{1B1E513F-BEB7-483A-8F12-A8210AEF19E9}" destId="{3CBA7321-E2AC-48FD-B351-CE3C9A4CE924}" srcOrd="0" destOrd="0" presId="urn:microsoft.com/office/officeart/2018/2/layout/IconVerticalSolidList"/>
    <dgm:cxn modelId="{91AFA996-5E3B-401C-B400-E70DBD4A4AB6}" srcId="{162F69A6-0780-49EA-A6A8-3965C12489B2}" destId="{2B87ECDB-C552-42F6-9B52-6548A18B206B}" srcOrd="1" destOrd="0" parTransId="{0DC560D9-C62C-41BA-8D68-CB78933BFF0C}" sibTransId="{80EFB54F-1AC8-40D9-981D-4C85160A5799}"/>
    <dgm:cxn modelId="{D572C096-14C8-487B-ABCD-6354192B80BA}" srcId="{162F69A6-0780-49EA-A6A8-3965C12489B2}" destId="{F4A56385-3827-49D1-B533-953BA75136B7}" srcOrd="4" destOrd="0" parTransId="{5C6E35C5-B6D6-42D4-9FF2-63E3FEC1E45F}" sibTransId="{E866DA3A-B427-429E-A892-4812B432ED79}"/>
    <dgm:cxn modelId="{813C1BD6-5A4A-43F4-8BF7-0645F72381AA}" srcId="{162F69A6-0780-49EA-A6A8-3965C12489B2}" destId="{30269CC2-8DD6-4402-82F3-18F164A732FF}" srcOrd="0" destOrd="0" parTransId="{4A8A3B18-A3DE-475C-8BF1-FB4B84DDA43B}" sibTransId="{2DAA2C1D-14F6-4BCA-B047-0B53ADD46F43}"/>
    <dgm:cxn modelId="{614ABFDB-691C-40AF-B6A7-1FAC5F014B71}" type="presOf" srcId="{30269CC2-8DD6-4402-82F3-18F164A732FF}" destId="{F113ED77-1650-49A8-987A-A13C2A50CEA5}" srcOrd="0" destOrd="0" presId="urn:microsoft.com/office/officeart/2018/2/layout/IconVerticalSolidList"/>
    <dgm:cxn modelId="{7F77D1ED-2343-4635-9FDF-CF5C9D2B3315}" type="presOf" srcId="{162F69A6-0780-49EA-A6A8-3965C12489B2}" destId="{05261D3E-3CC7-4C85-9E09-D67FC777908C}" srcOrd="0" destOrd="0" presId="urn:microsoft.com/office/officeart/2018/2/layout/IconVerticalSolidList"/>
    <dgm:cxn modelId="{9CD469EF-CF99-411A-B4B3-5B2C59AF684C}" srcId="{162F69A6-0780-49EA-A6A8-3965C12489B2}" destId="{1B1E513F-BEB7-483A-8F12-A8210AEF19E9}" srcOrd="2" destOrd="0" parTransId="{DB284026-3063-4705-B72C-ADE04469BE6D}" sibTransId="{D99C9B80-BA48-46B7-8B67-372E2AFD9E86}"/>
    <dgm:cxn modelId="{001DAEEF-C10E-4509-A5ED-A43D13ADDC88}" type="presParOf" srcId="{05261D3E-3CC7-4C85-9E09-D67FC777908C}" destId="{25C6FE9B-AED9-47D9-807F-76A517615FC1}" srcOrd="0" destOrd="0" presId="urn:microsoft.com/office/officeart/2018/2/layout/IconVerticalSolidList"/>
    <dgm:cxn modelId="{66D70D4E-2F5F-470B-8014-8F2A3F83C08E}" type="presParOf" srcId="{25C6FE9B-AED9-47D9-807F-76A517615FC1}" destId="{99698387-9DF3-4127-A7DE-FCE3F05A3470}" srcOrd="0" destOrd="0" presId="urn:microsoft.com/office/officeart/2018/2/layout/IconVerticalSolidList"/>
    <dgm:cxn modelId="{6782835D-BD6C-440F-864C-682C6C4602A2}" type="presParOf" srcId="{25C6FE9B-AED9-47D9-807F-76A517615FC1}" destId="{B52E1101-E263-4511-8D8F-5A215C912C41}" srcOrd="1" destOrd="0" presId="urn:microsoft.com/office/officeart/2018/2/layout/IconVerticalSolidList"/>
    <dgm:cxn modelId="{CAF0E4F0-58EA-4A71-AFB2-F770323CBDF5}" type="presParOf" srcId="{25C6FE9B-AED9-47D9-807F-76A517615FC1}" destId="{18EFBBAF-BD9F-4030-B8A4-57CCEB350921}" srcOrd="2" destOrd="0" presId="urn:microsoft.com/office/officeart/2018/2/layout/IconVerticalSolidList"/>
    <dgm:cxn modelId="{14A0ED51-C310-4602-AE38-C438A5B3C853}" type="presParOf" srcId="{25C6FE9B-AED9-47D9-807F-76A517615FC1}" destId="{F113ED77-1650-49A8-987A-A13C2A50CEA5}" srcOrd="3" destOrd="0" presId="urn:microsoft.com/office/officeart/2018/2/layout/IconVerticalSolidList"/>
    <dgm:cxn modelId="{989F56CC-7B17-4D85-9C46-5526FA8AEA20}" type="presParOf" srcId="{05261D3E-3CC7-4C85-9E09-D67FC777908C}" destId="{084D1940-F8FF-48AA-A0CA-908C7645C951}" srcOrd="1" destOrd="0" presId="urn:microsoft.com/office/officeart/2018/2/layout/IconVerticalSolidList"/>
    <dgm:cxn modelId="{7F97DE24-33C2-4F7B-95D7-BCEBD641588A}" type="presParOf" srcId="{05261D3E-3CC7-4C85-9E09-D67FC777908C}" destId="{922A9066-91F0-4494-8CF8-01F8511B6028}" srcOrd="2" destOrd="0" presId="urn:microsoft.com/office/officeart/2018/2/layout/IconVerticalSolidList"/>
    <dgm:cxn modelId="{B5D6C21E-6C33-413B-953E-A4A0E8D5569D}" type="presParOf" srcId="{922A9066-91F0-4494-8CF8-01F8511B6028}" destId="{FA3369E0-5B38-4FDD-A9F5-22B9810A03F7}" srcOrd="0" destOrd="0" presId="urn:microsoft.com/office/officeart/2018/2/layout/IconVerticalSolidList"/>
    <dgm:cxn modelId="{692AC95F-1B10-4AD5-B9E1-C935BE4EBC14}" type="presParOf" srcId="{922A9066-91F0-4494-8CF8-01F8511B6028}" destId="{FADE9C4E-BFE3-4374-BE2C-676ED238ACF2}" srcOrd="1" destOrd="0" presId="urn:microsoft.com/office/officeart/2018/2/layout/IconVerticalSolidList"/>
    <dgm:cxn modelId="{EE01F7C4-EEA4-4D8D-9F94-FA9E215F10A5}" type="presParOf" srcId="{922A9066-91F0-4494-8CF8-01F8511B6028}" destId="{7000F0F2-143F-4CAE-BA6B-E9C401E5437A}" srcOrd="2" destOrd="0" presId="urn:microsoft.com/office/officeart/2018/2/layout/IconVerticalSolidList"/>
    <dgm:cxn modelId="{03BCB8EB-8D38-49BE-833D-3FA0EAEDB2F0}" type="presParOf" srcId="{922A9066-91F0-4494-8CF8-01F8511B6028}" destId="{AC018808-9CEA-4C61-8875-3E922AA167D7}" srcOrd="3" destOrd="0" presId="urn:microsoft.com/office/officeart/2018/2/layout/IconVerticalSolidList"/>
    <dgm:cxn modelId="{44EEC92E-73C9-4094-82A0-0CD4E4E987A4}" type="presParOf" srcId="{05261D3E-3CC7-4C85-9E09-D67FC777908C}" destId="{CE46B6BD-FA9F-4C65-8E75-D8C24C71657B}" srcOrd="3" destOrd="0" presId="urn:microsoft.com/office/officeart/2018/2/layout/IconVerticalSolidList"/>
    <dgm:cxn modelId="{F7B848E6-2172-45E1-B876-3EA448F0ABB9}" type="presParOf" srcId="{05261D3E-3CC7-4C85-9E09-D67FC777908C}" destId="{390D1410-0CB7-44D5-903C-C35615DE86E1}" srcOrd="4" destOrd="0" presId="urn:microsoft.com/office/officeart/2018/2/layout/IconVerticalSolidList"/>
    <dgm:cxn modelId="{651997FF-E6BF-4283-989E-1A777E59B36B}" type="presParOf" srcId="{390D1410-0CB7-44D5-903C-C35615DE86E1}" destId="{C2FCE80A-DCA0-4D7F-8F72-19CB2337E588}" srcOrd="0" destOrd="0" presId="urn:microsoft.com/office/officeart/2018/2/layout/IconVerticalSolidList"/>
    <dgm:cxn modelId="{49406550-D90F-4C52-BEC4-3DB8EC52D281}" type="presParOf" srcId="{390D1410-0CB7-44D5-903C-C35615DE86E1}" destId="{1B0B9210-632F-4BB5-B140-1FA20D3CF123}" srcOrd="1" destOrd="0" presId="urn:microsoft.com/office/officeart/2018/2/layout/IconVerticalSolidList"/>
    <dgm:cxn modelId="{2212129A-6637-4DA1-AF5B-E290ABDAC805}" type="presParOf" srcId="{390D1410-0CB7-44D5-903C-C35615DE86E1}" destId="{E9B85894-F3EF-4216-9DD4-962DCF409217}" srcOrd="2" destOrd="0" presId="urn:microsoft.com/office/officeart/2018/2/layout/IconVerticalSolidList"/>
    <dgm:cxn modelId="{7113C1DE-D29D-4F8F-A2E3-5C79FBBE21F1}" type="presParOf" srcId="{390D1410-0CB7-44D5-903C-C35615DE86E1}" destId="{3CBA7321-E2AC-48FD-B351-CE3C9A4CE924}" srcOrd="3" destOrd="0" presId="urn:microsoft.com/office/officeart/2018/2/layout/IconVerticalSolidList"/>
    <dgm:cxn modelId="{C30D504C-D4E1-4407-9C71-4E23F08899BC}" type="presParOf" srcId="{05261D3E-3CC7-4C85-9E09-D67FC777908C}" destId="{5E25F319-BBA5-4820-B2FC-14F8D56BF078}" srcOrd="5" destOrd="0" presId="urn:microsoft.com/office/officeart/2018/2/layout/IconVerticalSolidList"/>
    <dgm:cxn modelId="{68F1956D-982C-4305-B3CE-098327B49629}" type="presParOf" srcId="{05261D3E-3CC7-4C85-9E09-D67FC777908C}" destId="{B12160B6-4EC8-4B4D-A1B2-F7F5F2795F75}" srcOrd="6" destOrd="0" presId="urn:microsoft.com/office/officeart/2018/2/layout/IconVerticalSolidList"/>
    <dgm:cxn modelId="{110F84FE-FDDF-4025-BF30-CFBAE9931499}" type="presParOf" srcId="{B12160B6-4EC8-4B4D-A1B2-F7F5F2795F75}" destId="{DB8ABDAA-976A-4A84-A3C3-277080E19DCA}" srcOrd="0" destOrd="0" presId="urn:microsoft.com/office/officeart/2018/2/layout/IconVerticalSolidList"/>
    <dgm:cxn modelId="{15424631-AD05-45E1-9D89-A74FEC4B737E}" type="presParOf" srcId="{B12160B6-4EC8-4B4D-A1B2-F7F5F2795F75}" destId="{D335376E-740A-4A47-BC5B-3381DE731CE0}" srcOrd="1" destOrd="0" presId="urn:microsoft.com/office/officeart/2018/2/layout/IconVerticalSolidList"/>
    <dgm:cxn modelId="{09A2FE1E-4DD9-4925-93A0-177EC76DF204}" type="presParOf" srcId="{B12160B6-4EC8-4B4D-A1B2-F7F5F2795F75}" destId="{BCDE90E0-E45B-4C79-BE60-A53702208276}" srcOrd="2" destOrd="0" presId="urn:microsoft.com/office/officeart/2018/2/layout/IconVerticalSolidList"/>
    <dgm:cxn modelId="{46B9307B-8007-4203-B3E1-241CE64F21DF}" type="presParOf" srcId="{B12160B6-4EC8-4B4D-A1B2-F7F5F2795F75}" destId="{8409F791-340A-4625-9294-3E680D66DB63}" srcOrd="3" destOrd="0" presId="urn:microsoft.com/office/officeart/2018/2/layout/IconVerticalSolidList"/>
    <dgm:cxn modelId="{A1331C8E-2924-43A5-A73B-2691034558FB}" type="presParOf" srcId="{05261D3E-3CC7-4C85-9E09-D67FC777908C}" destId="{D4892BA4-47FA-499C-84FA-3A971E9AFE41}" srcOrd="7" destOrd="0" presId="urn:microsoft.com/office/officeart/2018/2/layout/IconVerticalSolidList"/>
    <dgm:cxn modelId="{59E16CDD-03E3-41E0-B10C-438C40D139E6}" type="presParOf" srcId="{05261D3E-3CC7-4C85-9E09-D67FC777908C}" destId="{A9DA4473-F7AD-4D05-A89E-4317469C9CAC}" srcOrd="8" destOrd="0" presId="urn:microsoft.com/office/officeart/2018/2/layout/IconVerticalSolidList"/>
    <dgm:cxn modelId="{94A8805A-7B59-44F3-9D8B-90A2C3CB1058}" type="presParOf" srcId="{A9DA4473-F7AD-4D05-A89E-4317469C9CAC}" destId="{343A76ED-9DD6-4B0A-830E-16ED952B3D06}" srcOrd="0" destOrd="0" presId="urn:microsoft.com/office/officeart/2018/2/layout/IconVerticalSolidList"/>
    <dgm:cxn modelId="{B77C26D1-05CC-418B-9C8E-EA40E2E12CEA}" type="presParOf" srcId="{A9DA4473-F7AD-4D05-A89E-4317469C9CAC}" destId="{C21BED67-1F13-4312-815B-B5C34DAA27F9}" srcOrd="1" destOrd="0" presId="urn:microsoft.com/office/officeart/2018/2/layout/IconVerticalSolidList"/>
    <dgm:cxn modelId="{A4B92419-E50D-4AD5-A365-598AE48BA32F}" type="presParOf" srcId="{A9DA4473-F7AD-4D05-A89E-4317469C9CAC}" destId="{8854FDB6-04FD-4DEB-9AB6-DDB7E532A353}" srcOrd="2" destOrd="0" presId="urn:microsoft.com/office/officeart/2018/2/layout/IconVerticalSolidList"/>
    <dgm:cxn modelId="{CDD631E2-608E-4B7F-BC6E-4AD068E8F53D}" type="presParOf" srcId="{A9DA4473-F7AD-4D05-A89E-4317469C9CAC}" destId="{9260EF14-C09B-4543-88B7-7F45704CBA36}"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9698387-9DF3-4127-A7DE-FCE3F05A3470}">
      <dsp:nvSpPr>
        <dsp:cNvPr id="0" name=""/>
        <dsp:cNvSpPr/>
      </dsp:nvSpPr>
      <dsp:spPr>
        <a:xfrm>
          <a:off x="0" y="4675"/>
          <a:ext cx="6791323" cy="995920"/>
        </a:xfrm>
        <a:prstGeom prst="rect">
          <a:avLst/>
        </a:prstGeom>
        <a:solidFill>
          <a:schemeClr val="tx2"/>
        </a:solidFill>
        <a:ln>
          <a:noFill/>
        </a:ln>
        <a:effectLst/>
      </dsp:spPr>
      <dsp:style>
        <a:lnRef idx="0">
          <a:scrgbClr r="0" g="0" b="0"/>
        </a:lnRef>
        <a:fillRef idx="1">
          <a:scrgbClr r="0" g="0" b="0"/>
        </a:fillRef>
        <a:effectRef idx="0">
          <a:scrgbClr r="0" g="0" b="0"/>
        </a:effectRef>
        <a:fontRef idx="minor"/>
      </dsp:style>
    </dsp:sp>
    <dsp:sp modelId="{B52E1101-E263-4511-8D8F-5A215C912C41}">
      <dsp:nvSpPr>
        <dsp:cNvPr id="0" name=""/>
        <dsp:cNvSpPr/>
      </dsp:nvSpPr>
      <dsp:spPr>
        <a:xfrm>
          <a:off x="301265" y="228757"/>
          <a:ext cx="547756" cy="54775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113ED77-1650-49A8-987A-A13C2A50CEA5}">
      <dsp:nvSpPr>
        <dsp:cNvPr id="0" name=""/>
        <dsp:cNvSpPr/>
      </dsp:nvSpPr>
      <dsp:spPr>
        <a:xfrm>
          <a:off x="1150288" y="4675"/>
          <a:ext cx="5641034" cy="9959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5402" tIns="105402" rIns="105402" bIns="105402" numCol="1" spcCol="1270" rtlCol="0" anchor="ctr" anchorCtr="0">
          <a:noAutofit/>
        </a:bodyPr>
        <a:lstStyle/>
        <a:p>
          <a:pPr marL="0" lvl="0" indent="0" algn="l" defTabSz="844550">
            <a:lnSpc>
              <a:spcPct val="100000"/>
            </a:lnSpc>
            <a:spcBef>
              <a:spcPct val="0"/>
            </a:spcBef>
            <a:spcAft>
              <a:spcPct val="35000"/>
            </a:spcAft>
            <a:buNone/>
          </a:pPr>
          <a:r>
            <a:rPr lang="en-GB" sz="1900" kern="1200" noProof="0" dirty="0">
              <a:solidFill>
                <a:schemeClr val="bg1"/>
              </a:solidFill>
            </a:rPr>
            <a:t>Node MCU basics</a:t>
          </a:r>
        </a:p>
      </dsp:txBody>
      <dsp:txXfrm>
        <a:off x="1150288" y="4675"/>
        <a:ext cx="5641034" cy="995920"/>
      </dsp:txXfrm>
    </dsp:sp>
    <dsp:sp modelId="{FA3369E0-5B38-4FDD-A9F5-22B9810A03F7}">
      <dsp:nvSpPr>
        <dsp:cNvPr id="0" name=""/>
        <dsp:cNvSpPr/>
      </dsp:nvSpPr>
      <dsp:spPr>
        <a:xfrm>
          <a:off x="0" y="1249576"/>
          <a:ext cx="6791323" cy="995920"/>
        </a:xfrm>
        <a:prstGeom prst="rect">
          <a:avLst/>
        </a:prstGeom>
        <a:solidFill>
          <a:schemeClr val="tx2"/>
        </a:solidFill>
        <a:ln>
          <a:noFill/>
        </a:ln>
        <a:effectLst/>
      </dsp:spPr>
      <dsp:style>
        <a:lnRef idx="0">
          <a:scrgbClr r="0" g="0" b="0"/>
        </a:lnRef>
        <a:fillRef idx="1">
          <a:scrgbClr r="0" g="0" b="0"/>
        </a:fillRef>
        <a:effectRef idx="0">
          <a:scrgbClr r="0" g="0" b="0"/>
        </a:effectRef>
        <a:fontRef idx="minor"/>
      </dsp:style>
    </dsp:sp>
    <dsp:sp modelId="{FADE9C4E-BFE3-4374-BE2C-676ED238ACF2}">
      <dsp:nvSpPr>
        <dsp:cNvPr id="0" name=""/>
        <dsp:cNvSpPr/>
      </dsp:nvSpPr>
      <dsp:spPr>
        <a:xfrm>
          <a:off x="301265" y="1473658"/>
          <a:ext cx="547756" cy="547756"/>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C018808-9CEA-4C61-8875-3E922AA167D7}">
      <dsp:nvSpPr>
        <dsp:cNvPr id="0" name=""/>
        <dsp:cNvSpPr/>
      </dsp:nvSpPr>
      <dsp:spPr>
        <a:xfrm>
          <a:off x="1150288" y="1249576"/>
          <a:ext cx="5641034" cy="9959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5402" tIns="105402" rIns="105402" bIns="105402" numCol="1" spcCol="1270" rtlCol="0" anchor="ctr" anchorCtr="0">
          <a:noAutofit/>
        </a:bodyPr>
        <a:lstStyle/>
        <a:p>
          <a:pPr marL="0" lvl="0" indent="0" algn="l" defTabSz="844550">
            <a:lnSpc>
              <a:spcPct val="100000"/>
            </a:lnSpc>
            <a:spcBef>
              <a:spcPct val="0"/>
            </a:spcBef>
            <a:spcAft>
              <a:spcPct val="35000"/>
            </a:spcAft>
            <a:buNone/>
          </a:pPr>
          <a:r>
            <a:rPr lang="en-GB" sz="1900" kern="1200" noProof="0" dirty="0">
              <a:solidFill>
                <a:schemeClr val="bg1"/>
              </a:solidFill>
            </a:rPr>
            <a:t>Sensors and Data Fetching</a:t>
          </a:r>
        </a:p>
      </dsp:txBody>
      <dsp:txXfrm>
        <a:off x="1150288" y="1249576"/>
        <a:ext cx="5641034" cy="995920"/>
      </dsp:txXfrm>
    </dsp:sp>
    <dsp:sp modelId="{DB8ABDAA-976A-4A84-A3C3-277080E19DCA}">
      <dsp:nvSpPr>
        <dsp:cNvPr id="0" name=""/>
        <dsp:cNvSpPr/>
      </dsp:nvSpPr>
      <dsp:spPr>
        <a:xfrm>
          <a:off x="0" y="2494477"/>
          <a:ext cx="6791323" cy="995920"/>
        </a:xfrm>
        <a:prstGeom prst="rect">
          <a:avLst/>
        </a:prstGeom>
        <a:solidFill>
          <a:schemeClr val="tx2"/>
        </a:solidFill>
        <a:ln>
          <a:noFill/>
        </a:ln>
        <a:effectLst/>
      </dsp:spPr>
      <dsp:style>
        <a:lnRef idx="0">
          <a:scrgbClr r="0" g="0" b="0"/>
        </a:lnRef>
        <a:fillRef idx="1">
          <a:scrgbClr r="0" g="0" b="0"/>
        </a:fillRef>
        <a:effectRef idx="0">
          <a:scrgbClr r="0" g="0" b="0"/>
        </a:effectRef>
        <a:fontRef idx="minor"/>
      </dsp:style>
    </dsp:sp>
    <dsp:sp modelId="{D335376E-740A-4A47-BC5B-3381DE731CE0}">
      <dsp:nvSpPr>
        <dsp:cNvPr id="0" name=""/>
        <dsp:cNvSpPr/>
      </dsp:nvSpPr>
      <dsp:spPr>
        <a:xfrm>
          <a:off x="301265" y="2718559"/>
          <a:ext cx="547756" cy="547756"/>
        </a:xfrm>
        <a:prstGeom prst="rect">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409F791-340A-4625-9294-3E680D66DB63}">
      <dsp:nvSpPr>
        <dsp:cNvPr id="0" name=""/>
        <dsp:cNvSpPr/>
      </dsp:nvSpPr>
      <dsp:spPr>
        <a:xfrm>
          <a:off x="1150288" y="2494477"/>
          <a:ext cx="5641034" cy="9959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5402" tIns="105402" rIns="105402" bIns="105402" numCol="1" spcCol="1270" rtlCol="0" anchor="ctr" anchorCtr="0">
          <a:noAutofit/>
        </a:bodyPr>
        <a:lstStyle/>
        <a:p>
          <a:pPr marL="0" lvl="0" indent="0" algn="l" defTabSz="844550">
            <a:lnSpc>
              <a:spcPct val="100000"/>
            </a:lnSpc>
            <a:spcBef>
              <a:spcPct val="0"/>
            </a:spcBef>
            <a:spcAft>
              <a:spcPct val="35000"/>
            </a:spcAft>
            <a:buNone/>
          </a:pPr>
          <a:r>
            <a:rPr lang="en-GB" sz="1900" kern="1200" noProof="0" dirty="0">
              <a:solidFill>
                <a:schemeClr val="bg1"/>
              </a:solidFill>
            </a:rPr>
            <a:t>Wi-fi and IOT</a:t>
          </a:r>
        </a:p>
      </dsp:txBody>
      <dsp:txXfrm>
        <a:off x="1150288" y="2494477"/>
        <a:ext cx="5641034" cy="995920"/>
      </dsp:txXfrm>
    </dsp:sp>
    <dsp:sp modelId="{C2FCE80A-DCA0-4D7F-8F72-19CB2337E588}">
      <dsp:nvSpPr>
        <dsp:cNvPr id="0" name=""/>
        <dsp:cNvSpPr/>
      </dsp:nvSpPr>
      <dsp:spPr>
        <a:xfrm>
          <a:off x="0" y="3739377"/>
          <a:ext cx="6791323" cy="995920"/>
        </a:xfrm>
        <a:prstGeom prst="rect">
          <a:avLst/>
        </a:prstGeom>
        <a:solidFill>
          <a:schemeClr val="tx2"/>
        </a:solidFill>
        <a:ln>
          <a:noFill/>
        </a:ln>
        <a:effectLst/>
      </dsp:spPr>
      <dsp:style>
        <a:lnRef idx="0">
          <a:scrgbClr r="0" g="0" b="0"/>
        </a:lnRef>
        <a:fillRef idx="1">
          <a:scrgbClr r="0" g="0" b="0"/>
        </a:fillRef>
        <a:effectRef idx="0">
          <a:scrgbClr r="0" g="0" b="0"/>
        </a:effectRef>
        <a:fontRef idx="minor"/>
      </dsp:style>
    </dsp:sp>
    <dsp:sp modelId="{1B0B9210-632F-4BB5-B140-1FA20D3CF123}">
      <dsp:nvSpPr>
        <dsp:cNvPr id="0" name=""/>
        <dsp:cNvSpPr/>
      </dsp:nvSpPr>
      <dsp:spPr>
        <a:xfrm>
          <a:off x="301265" y="3963460"/>
          <a:ext cx="547756" cy="547756"/>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CBA7321-E2AC-48FD-B351-CE3C9A4CE924}">
      <dsp:nvSpPr>
        <dsp:cNvPr id="0" name=""/>
        <dsp:cNvSpPr/>
      </dsp:nvSpPr>
      <dsp:spPr>
        <a:xfrm>
          <a:off x="1150288" y="3739377"/>
          <a:ext cx="5641034" cy="9959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5402" tIns="105402" rIns="105402" bIns="105402" numCol="1" spcCol="1270" rtlCol="0" anchor="ctr" anchorCtr="0">
          <a:noAutofit/>
        </a:bodyPr>
        <a:lstStyle/>
        <a:p>
          <a:pPr marL="0" lvl="0" indent="0" algn="l" defTabSz="844550">
            <a:lnSpc>
              <a:spcPct val="100000"/>
            </a:lnSpc>
            <a:spcBef>
              <a:spcPct val="0"/>
            </a:spcBef>
            <a:spcAft>
              <a:spcPct val="35000"/>
            </a:spcAft>
            <a:buNone/>
          </a:pPr>
          <a:r>
            <a:rPr lang="en-GB" sz="1900" kern="1200" noProof="0" dirty="0">
              <a:solidFill>
                <a:schemeClr val="bg1"/>
              </a:solidFill>
            </a:rPr>
            <a:t>3</a:t>
          </a:r>
          <a:r>
            <a:rPr lang="en-GB" sz="1900" kern="1200" baseline="30000" noProof="0" dirty="0">
              <a:solidFill>
                <a:schemeClr val="bg1"/>
              </a:solidFill>
            </a:rPr>
            <a:t>rd</a:t>
          </a:r>
          <a:r>
            <a:rPr lang="en-GB" sz="1900" kern="1200" noProof="0" dirty="0">
              <a:solidFill>
                <a:schemeClr val="bg1"/>
              </a:solidFill>
            </a:rPr>
            <a:t> Party Applications</a:t>
          </a:r>
        </a:p>
      </dsp:txBody>
      <dsp:txXfrm>
        <a:off x="1150288" y="3739377"/>
        <a:ext cx="5641034" cy="995920"/>
      </dsp:txXfrm>
    </dsp:sp>
    <dsp:sp modelId="{343A76ED-9DD6-4B0A-830E-16ED952B3D06}">
      <dsp:nvSpPr>
        <dsp:cNvPr id="0" name=""/>
        <dsp:cNvSpPr/>
      </dsp:nvSpPr>
      <dsp:spPr>
        <a:xfrm>
          <a:off x="0" y="4984278"/>
          <a:ext cx="6791323" cy="995920"/>
        </a:xfrm>
        <a:prstGeom prst="rect">
          <a:avLst/>
        </a:prstGeom>
        <a:solidFill>
          <a:schemeClr val="tx2"/>
        </a:solidFill>
        <a:ln>
          <a:noFill/>
        </a:ln>
        <a:effectLst/>
      </dsp:spPr>
      <dsp:style>
        <a:lnRef idx="0">
          <a:scrgbClr r="0" g="0" b="0"/>
        </a:lnRef>
        <a:fillRef idx="1">
          <a:scrgbClr r="0" g="0" b="0"/>
        </a:fillRef>
        <a:effectRef idx="0">
          <a:scrgbClr r="0" g="0" b="0"/>
        </a:effectRef>
        <a:fontRef idx="minor"/>
      </dsp:style>
    </dsp:sp>
    <dsp:sp modelId="{C21BED67-1F13-4312-815B-B5C34DAA27F9}">
      <dsp:nvSpPr>
        <dsp:cNvPr id="0" name=""/>
        <dsp:cNvSpPr/>
      </dsp:nvSpPr>
      <dsp:spPr>
        <a:xfrm>
          <a:off x="301265" y="5208360"/>
          <a:ext cx="547756" cy="547756"/>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260EF14-C09B-4543-88B7-7F45704CBA36}">
      <dsp:nvSpPr>
        <dsp:cNvPr id="0" name=""/>
        <dsp:cNvSpPr/>
      </dsp:nvSpPr>
      <dsp:spPr>
        <a:xfrm>
          <a:off x="1150288" y="4984278"/>
          <a:ext cx="5641034" cy="9959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5402" tIns="105402" rIns="105402" bIns="105402" numCol="1" spcCol="1270" rtlCol="0" anchor="ctr" anchorCtr="0">
          <a:noAutofit/>
        </a:bodyPr>
        <a:lstStyle/>
        <a:p>
          <a:pPr marL="0" lvl="0" indent="0" algn="l" defTabSz="844550">
            <a:lnSpc>
              <a:spcPct val="100000"/>
            </a:lnSpc>
            <a:spcBef>
              <a:spcPct val="0"/>
            </a:spcBef>
            <a:spcAft>
              <a:spcPct val="35000"/>
            </a:spcAft>
            <a:buNone/>
          </a:pPr>
          <a:r>
            <a:rPr lang="en-GB" sz="1900" kern="1200" noProof="0" dirty="0">
              <a:solidFill>
                <a:schemeClr val="bg1"/>
              </a:solidFill>
            </a:rPr>
            <a:t>IOT Project</a:t>
          </a:r>
        </a:p>
      </dsp:txBody>
      <dsp:txXfrm>
        <a:off x="1150288" y="4984278"/>
        <a:ext cx="5641034" cy="99592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9698387-9DF3-4127-A7DE-FCE3F05A3470}">
      <dsp:nvSpPr>
        <dsp:cNvPr id="0" name=""/>
        <dsp:cNvSpPr/>
      </dsp:nvSpPr>
      <dsp:spPr>
        <a:xfrm>
          <a:off x="0" y="4675"/>
          <a:ext cx="6791323" cy="995920"/>
        </a:xfrm>
        <a:prstGeom prst="rect">
          <a:avLst/>
        </a:prstGeom>
        <a:solidFill>
          <a:schemeClr val="tx2"/>
        </a:solidFill>
        <a:ln>
          <a:noFill/>
        </a:ln>
        <a:effectLst/>
      </dsp:spPr>
      <dsp:style>
        <a:lnRef idx="0">
          <a:scrgbClr r="0" g="0" b="0"/>
        </a:lnRef>
        <a:fillRef idx="1">
          <a:scrgbClr r="0" g="0" b="0"/>
        </a:fillRef>
        <a:effectRef idx="0">
          <a:scrgbClr r="0" g="0" b="0"/>
        </a:effectRef>
        <a:fontRef idx="minor"/>
      </dsp:style>
    </dsp:sp>
    <dsp:sp modelId="{B52E1101-E263-4511-8D8F-5A215C912C41}">
      <dsp:nvSpPr>
        <dsp:cNvPr id="0" name=""/>
        <dsp:cNvSpPr/>
      </dsp:nvSpPr>
      <dsp:spPr>
        <a:xfrm>
          <a:off x="301265" y="228757"/>
          <a:ext cx="547756" cy="547756"/>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113ED77-1650-49A8-987A-A13C2A50CEA5}">
      <dsp:nvSpPr>
        <dsp:cNvPr id="0" name=""/>
        <dsp:cNvSpPr/>
      </dsp:nvSpPr>
      <dsp:spPr>
        <a:xfrm>
          <a:off x="1150288" y="4675"/>
          <a:ext cx="5641034" cy="9959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5402" tIns="105402" rIns="105402" bIns="105402" numCol="1" spcCol="1270" rtlCol="0" anchor="ctr" anchorCtr="0">
          <a:noAutofit/>
        </a:bodyPr>
        <a:lstStyle/>
        <a:p>
          <a:pPr marL="0" lvl="0" indent="0" algn="l" defTabSz="844550">
            <a:lnSpc>
              <a:spcPct val="100000"/>
            </a:lnSpc>
            <a:spcBef>
              <a:spcPct val="0"/>
            </a:spcBef>
            <a:spcAft>
              <a:spcPct val="35000"/>
            </a:spcAft>
            <a:buNone/>
          </a:pPr>
          <a:r>
            <a:rPr lang="en-GB" sz="1900" kern="1200" noProof="0" dirty="0">
              <a:solidFill>
                <a:schemeClr val="bg1"/>
              </a:solidFill>
            </a:rPr>
            <a:t>V0: LED switch</a:t>
          </a:r>
        </a:p>
      </dsp:txBody>
      <dsp:txXfrm>
        <a:off x="1150288" y="4675"/>
        <a:ext cx="5641034" cy="995920"/>
      </dsp:txXfrm>
    </dsp:sp>
    <dsp:sp modelId="{FA3369E0-5B38-4FDD-A9F5-22B9810A03F7}">
      <dsp:nvSpPr>
        <dsp:cNvPr id="0" name=""/>
        <dsp:cNvSpPr/>
      </dsp:nvSpPr>
      <dsp:spPr>
        <a:xfrm>
          <a:off x="0" y="1249576"/>
          <a:ext cx="6791323" cy="995920"/>
        </a:xfrm>
        <a:prstGeom prst="rect">
          <a:avLst/>
        </a:prstGeom>
        <a:solidFill>
          <a:schemeClr val="tx2"/>
        </a:solidFill>
        <a:ln>
          <a:noFill/>
        </a:ln>
        <a:effectLst/>
      </dsp:spPr>
      <dsp:style>
        <a:lnRef idx="0">
          <a:scrgbClr r="0" g="0" b="0"/>
        </a:lnRef>
        <a:fillRef idx="1">
          <a:scrgbClr r="0" g="0" b="0"/>
        </a:fillRef>
        <a:effectRef idx="0">
          <a:scrgbClr r="0" g="0" b="0"/>
        </a:effectRef>
        <a:fontRef idx="minor"/>
      </dsp:style>
    </dsp:sp>
    <dsp:sp modelId="{FADE9C4E-BFE3-4374-BE2C-676ED238ACF2}">
      <dsp:nvSpPr>
        <dsp:cNvPr id="0" name=""/>
        <dsp:cNvSpPr/>
      </dsp:nvSpPr>
      <dsp:spPr>
        <a:xfrm>
          <a:off x="301265" y="1473658"/>
          <a:ext cx="547756" cy="547756"/>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C018808-9CEA-4C61-8875-3E922AA167D7}">
      <dsp:nvSpPr>
        <dsp:cNvPr id="0" name=""/>
        <dsp:cNvSpPr/>
      </dsp:nvSpPr>
      <dsp:spPr>
        <a:xfrm>
          <a:off x="1150288" y="1249576"/>
          <a:ext cx="5641034" cy="9959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5402" tIns="105402" rIns="105402" bIns="105402" numCol="1" spcCol="1270" rtlCol="0" anchor="ctr" anchorCtr="0">
          <a:noAutofit/>
        </a:bodyPr>
        <a:lstStyle/>
        <a:p>
          <a:pPr marL="0" lvl="0" indent="0" algn="l" defTabSz="844550">
            <a:lnSpc>
              <a:spcPct val="100000"/>
            </a:lnSpc>
            <a:spcBef>
              <a:spcPct val="0"/>
            </a:spcBef>
            <a:spcAft>
              <a:spcPct val="35000"/>
            </a:spcAft>
            <a:buNone/>
          </a:pPr>
          <a:r>
            <a:rPr lang="en-GB" sz="1900" kern="1200" noProof="0" dirty="0">
              <a:solidFill>
                <a:schemeClr val="bg1"/>
              </a:solidFill>
            </a:rPr>
            <a:t>V1: fan switch</a:t>
          </a:r>
        </a:p>
      </dsp:txBody>
      <dsp:txXfrm>
        <a:off x="1150288" y="1249576"/>
        <a:ext cx="5641034" cy="995920"/>
      </dsp:txXfrm>
    </dsp:sp>
    <dsp:sp modelId="{C2FCE80A-DCA0-4D7F-8F72-19CB2337E588}">
      <dsp:nvSpPr>
        <dsp:cNvPr id="0" name=""/>
        <dsp:cNvSpPr/>
      </dsp:nvSpPr>
      <dsp:spPr>
        <a:xfrm>
          <a:off x="0" y="2494477"/>
          <a:ext cx="6791323" cy="995920"/>
        </a:xfrm>
        <a:prstGeom prst="rect">
          <a:avLst/>
        </a:prstGeom>
        <a:solidFill>
          <a:schemeClr val="tx2"/>
        </a:solidFill>
        <a:ln>
          <a:noFill/>
        </a:ln>
        <a:effectLst/>
      </dsp:spPr>
      <dsp:style>
        <a:lnRef idx="0">
          <a:scrgbClr r="0" g="0" b="0"/>
        </a:lnRef>
        <a:fillRef idx="1">
          <a:scrgbClr r="0" g="0" b="0"/>
        </a:fillRef>
        <a:effectRef idx="0">
          <a:scrgbClr r="0" g="0" b="0"/>
        </a:effectRef>
        <a:fontRef idx="minor"/>
      </dsp:style>
    </dsp:sp>
    <dsp:sp modelId="{1B0B9210-632F-4BB5-B140-1FA20D3CF123}">
      <dsp:nvSpPr>
        <dsp:cNvPr id="0" name=""/>
        <dsp:cNvSpPr/>
      </dsp:nvSpPr>
      <dsp:spPr>
        <a:xfrm>
          <a:off x="301265" y="2718559"/>
          <a:ext cx="547756" cy="547756"/>
        </a:xfrm>
        <a:prstGeom prst="rect">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CBA7321-E2AC-48FD-B351-CE3C9A4CE924}">
      <dsp:nvSpPr>
        <dsp:cNvPr id="0" name=""/>
        <dsp:cNvSpPr/>
      </dsp:nvSpPr>
      <dsp:spPr>
        <a:xfrm>
          <a:off x="1150288" y="2494477"/>
          <a:ext cx="5641034" cy="9959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5402" tIns="105402" rIns="105402" bIns="105402" numCol="1" spcCol="1270" rtlCol="0" anchor="ctr" anchorCtr="0">
          <a:noAutofit/>
        </a:bodyPr>
        <a:lstStyle/>
        <a:p>
          <a:pPr marL="0" lvl="0" indent="0" algn="l" defTabSz="844550">
            <a:lnSpc>
              <a:spcPct val="100000"/>
            </a:lnSpc>
            <a:spcBef>
              <a:spcPct val="0"/>
            </a:spcBef>
            <a:spcAft>
              <a:spcPct val="35000"/>
            </a:spcAft>
            <a:buNone/>
          </a:pPr>
          <a:r>
            <a:rPr lang="en-GB" sz="1900" kern="1200" noProof="0" dirty="0">
              <a:solidFill>
                <a:schemeClr val="bg1"/>
              </a:solidFill>
            </a:rPr>
            <a:t>V2: Humidity Gauge</a:t>
          </a:r>
        </a:p>
      </dsp:txBody>
      <dsp:txXfrm>
        <a:off x="1150288" y="2494477"/>
        <a:ext cx="5641034" cy="995920"/>
      </dsp:txXfrm>
    </dsp:sp>
    <dsp:sp modelId="{DB8ABDAA-976A-4A84-A3C3-277080E19DCA}">
      <dsp:nvSpPr>
        <dsp:cNvPr id="0" name=""/>
        <dsp:cNvSpPr/>
      </dsp:nvSpPr>
      <dsp:spPr>
        <a:xfrm>
          <a:off x="0" y="3739377"/>
          <a:ext cx="6791323" cy="995920"/>
        </a:xfrm>
        <a:prstGeom prst="rect">
          <a:avLst/>
        </a:prstGeom>
        <a:solidFill>
          <a:schemeClr val="tx2"/>
        </a:solidFill>
        <a:ln>
          <a:noFill/>
        </a:ln>
        <a:effectLst/>
      </dsp:spPr>
      <dsp:style>
        <a:lnRef idx="0">
          <a:scrgbClr r="0" g="0" b="0"/>
        </a:lnRef>
        <a:fillRef idx="1">
          <a:scrgbClr r="0" g="0" b="0"/>
        </a:fillRef>
        <a:effectRef idx="0">
          <a:scrgbClr r="0" g="0" b="0"/>
        </a:effectRef>
        <a:fontRef idx="minor"/>
      </dsp:style>
    </dsp:sp>
    <dsp:sp modelId="{D335376E-740A-4A47-BC5B-3381DE731CE0}">
      <dsp:nvSpPr>
        <dsp:cNvPr id="0" name=""/>
        <dsp:cNvSpPr/>
      </dsp:nvSpPr>
      <dsp:spPr>
        <a:xfrm>
          <a:off x="301265" y="3963460"/>
          <a:ext cx="547756" cy="547756"/>
        </a:xfrm>
        <a:prstGeom prst="rect">
          <a:avLst/>
        </a:prstGeom>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409F791-340A-4625-9294-3E680D66DB63}">
      <dsp:nvSpPr>
        <dsp:cNvPr id="0" name=""/>
        <dsp:cNvSpPr/>
      </dsp:nvSpPr>
      <dsp:spPr>
        <a:xfrm>
          <a:off x="1150288" y="3739377"/>
          <a:ext cx="5641034" cy="9959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5402" tIns="105402" rIns="105402" bIns="105402" numCol="1" spcCol="1270" rtlCol="0" anchor="ctr" anchorCtr="0">
          <a:noAutofit/>
        </a:bodyPr>
        <a:lstStyle/>
        <a:p>
          <a:pPr marL="0" lvl="0" indent="0" algn="l" defTabSz="844550">
            <a:lnSpc>
              <a:spcPct val="100000"/>
            </a:lnSpc>
            <a:spcBef>
              <a:spcPct val="0"/>
            </a:spcBef>
            <a:spcAft>
              <a:spcPct val="35000"/>
            </a:spcAft>
            <a:buNone/>
          </a:pPr>
          <a:r>
            <a:rPr lang="en-GB" sz="1900" kern="1200" noProof="0" dirty="0">
              <a:solidFill>
                <a:schemeClr val="bg1"/>
              </a:solidFill>
            </a:rPr>
            <a:t>V3:</a:t>
          </a:r>
          <a:r>
            <a:rPr lang="en-GB" sz="1900" kern="1200" baseline="0" noProof="0" dirty="0">
              <a:solidFill>
                <a:schemeClr val="bg1"/>
              </a:solidFill>
            </a:rPr>
            <a:t> Temperature Gauge</a:t>
          </a:r>
          <a:endParaRPr lang="en-GB" sz="1900" kern="1200" noProof="0" dirty="0">
            <a:solidFill>
              <a:schemeClr val="bg1"/>
            </a:solidFill>
          </a:endParaRPr>
        </a:p>
      </dsp:txBody>
      <dsp:txXfrm>
        <a:off x="1150288" y="3739377"/>
        <a:ext cx="5641034" cy="995920"/>
      </dsp:txXfrm>
    </dsp:sp>
    <dsp:sp modelId="{343A76ED-9DD6-4B0A-830E-16ED952B3D06}">
      <dsp:nvSpPr>
        <dsp:cNvPr id="0" name=""/>
        <dsp:cNvSpPr/>
      </dsp:nvSpPr>
      <dsp:spPr>
        <a:xfrm>
          <a:off x="0" y="4984278"/>
          <a:ext cx="6791323" cy="995920"/>
        </a:xfrm>
        <a:prstGeom prst="rect">
          <a:avLst/>
        </a:prstGeom>
        <a:solidFill>
          <a:schemeClr val="tx2"/>
        </a:solidFill>
        <a:ln>
          <a:noFill/>
        </a:ln>
        <a:effectLst/>
      </dsp:spPr>
      <dsp:style>
        <a:lnRef idx="0">
          <a:scrgbClr r="0" g="0" b="0"/>
        </a:lnRef>
        <a:fillRef idx="1">
          <a:scrgbClr r="0" g="0" b="0"/>
        </a:fillRef>
        <a:effectRef idx="0">
          <a:scrgbClr r="0" g="0" b="0"/>
        </a:effectRef>
        <a:fontRef idx="minor"/>
      </dsp:style>
    </dsp:sp>
    <dsp:sp modelId="{C21BED67-1F13-4312-815B-B5C34DAA27F9}">
      <dsp:nvSpPr>
        <dsp:cNvPr id="0" name=""/>
        <dsp:cNvSpPr/>
      </dsp:nvSpPr>
      <dsp:spPr>
        <a:xfrm>
          <a:off x="301265" y="5208360"/>
          <a:ext cx="547756" cy="547756"/>
        </a:xfrm>
        <a:prstGeom prst="rect">
          <a:avLst/>
        </a:prstGeom>
        <a:blipFill>
          <a:blip xmlns:r="http://schemas.openxmlformats.org/officeDocument/2006/relationships" r:embed="rId9">
            <a:extLst>
              <a:ext uri="{96DAC541-7B7A-43D3-8B79-37D633B846F1}">
                <asvg:svgBlip xmlns:asvg="http://schemas.microsoft.com/office/drawing/2016/SVG/main" r:embed="rId10"/>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260EF14-C09B-4543-88B7-7F45704CBA36}">
      <dsp:nvSpPr>
        <dsp:cNvPr id="0" name=""/>
        <dsp:cNvSpPr/>
      </dsp:nvSpPr>
      <dsp:spPr>
        <a:xfrm>
          <a:off x="1150288" y="4984278"/>
          <a:ext cx="5641034" cy="9959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5402" tIns="105402" rIns="105402" bIns="105402" numCol="1" spcCol="1270" rtlCol="0" anchor="ctr" anchorCtr="0">
          <a:noAutofit/>
        </a:bodyPr>
        <a:lstStyle/>
        <a:p>
          <a:pPr marL="0" lvl="0" indent="0" algn="l" defTabSz="844550">
            <a:lnSpc>
              <a:spcPct val="100000"/>
            </a:lnSpc>
            <a:spcBef>
              <a:spcPct val="0"/>
            </a:spcBef>
            <a:spcAft>
              <a:spcPct val="35000"/>
            </a:spcAft>
            <a:buNone/>
          </a:pPr>
          <a:r>
            <a:rPr lang="en-GB" sz="1900" kern="1200" noProof="0" dirty="0">
              <a:solidFill>
                <a:schemeClr val="bg1"/>
              </a:solidFill>
            </a:rPr>
            <a:t>V4: Tank water percentage gauge</a:t>
          </a:r>
        </a:p>
      </dsp:txBody>
      <dsp:txXfrm>
        <a:off x="1150288" y="4984278"/>
        <a:ext cx="5641034" cy="995920"/>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D2A0E93-0B7A-5C13-635B-5AE1B20578C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A5BDAA9B-F31D-35E6-E5AA-06E8EC5B0FC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F73E4D-7563-4F76-ADC9-0F66D036A5B9}" type="datetime1">
              <a:rPr lang="en-GB" smtClean="0"/>
              <a:t>25/09/2024</a:t>
            </a:fld>
            <a:endParaRPr lang="en-GB"/>
          </a:p>
        </p:txBody>
      </p:sp>
      <p:sp>
        <p:nvSpPr>
          <p:cNvPr id="4" name="Footer Placeholder 3">
            <a:extLst>
              <a:ext uri="{FF2B5EF4-FFF2-40B4-BE49-F238E27FC236}">
                <a16:creationId xmlns:a16="http://schemas.microsoft.com/office/drawing/2014/main" id="{08F2F590-9A29-EF28-537E-2046C8BF7F1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A64437D7-79BA-7C86-1334-150D38FAE5F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2463FD1-D84F-4509-80AB-376580843BF9}" type="slidenum">
              <a:rPr lang="en-GB" smtClean="0"/>
              <a:t>‹#›</a:t>
            </a:fld>
            <a:endParaRPr lang="en-GB"/>
          </a:p>
        </p:txBody>
      </p:sp>
    </p:spTree>
    <p:extLst>
      <p:ext uri="{BB962C8B-B14F-4D97-AF65-F5344CB8AC3E}">
        <p14:creationId xmlns:p14="http://schemas.microsoft.com/office/powerpoint/2010/main" val="28038616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GB" noProof="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5406514E-C3AA-4F57-9A80-A62F44B69B3C}" type="datetime1">
              <a:rPr lang="en-GB" noProof="0" smtClean="0"/>
              <a:t>25/09/2024</a:t>
            </a:fld>
            <a:endParaRPr lang="en-GB" noProof="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n-GB"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en-GB" noProof="0"/>
              <a:t>Click to 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GB" noProof="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D3F28A1F-3E69-47E5-AE93-E7F2155A242D}" type="slidenum">
              <a:rPr lang="en-GB" noProof="0" smtClean="0"/>
              <a:t>‹#›</a:t>
            </a:fld>
            <a:endParaRPr lang="en-GB" noProof="0"/>
          </a:p>
        </p:txBody>
      </p:sp>
    </p:spTree>
    <p:extLst>
      <p:ext uri="{BB962C8B-B14F-4D97-AF65-F5344CB8AC3E}">
        <p14:creationId xmlns:p14="http://schemas.microsoft.com/office/powerpoint/2010/main" val="2075933273"/>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D3F28A1F-3E69-47E5-AE93-E7F2155A242D}" type="slidenum">
              <a:rPr lang="en-GB" smtClean="0"/>
              <a:t>1</a:t>
            </a:fld>
            <a:endParaRPr lang="en-GB"/>
          </a:p>
        </p:txBody>
      </p:sp>
    </p:spTree>
    <p:extLst>
      <p:ext uri="{BB962C8B-B14F-4D97-AF65-F5344CB8AC3E}">
        <p14:creationId xmlns:p14="http://schemas.microsoft.com/office/powerpoint/2010/main" val="32621306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D3F28A1F-3E69-47E5-AE93-E7F2155A242D}" type="slidenum">
              <a:rPr lang="en-GB" smtClean="0"/>
              <a:t>2</a:t>
            </a:fld>
            <a:endParaRPr lang="en-GB"/>
          </a:p>
        </p:txBody>
      </p:sp>
    </p:spTree>
    <p:extLst>
      <p:ext uri="{BB962C8B-B14F-4D97-AF65-F5344CB8AC3E}">
        <p14:creationId xmlns:p14="http://schemas.microsoft.com/office/powerpoint/2010/main" val="40949494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D3F28A1F-3E69-47E5-AE93-E7F2155A242D}" type="slidenum">
              <a:rPr lang="en-GB" smtClean="0"/>
              <a:t>3</a:t>
            </a:fld>
            <a:endParaRPr lang="en-GB"/>
          </a:p>
        </p:txBody>
      </p:sp>
    </p:spTree>
    <p:extLst>
      <p:ext uri="{BB962C8B-B14F-4D97-AF65-F5344CB8AC3E}">
        <p14:creationId xmlns:p14="http://schemas.microsoft.com/office/powerpoint/2010/main" val="6251742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rtl="0"/>
            <a:fld id="{D3F28A1F-3E69-47E5-AE93-E7F2155A242D}" type="slidenum">
              <a:rPr lang="en-GB" smtClean="0"/>
              <a:t>4</a:t>
            </a:fld>
            <a:endParaRPr lang="en-GB"/>
          </a:p>
        </p:txBody>
      </p:sp>
    </p:spTree>
    <p:extLst>
      <p:ext uri="{BB962C8B-B14F-4D97-AF65-F5344CB8AC3E}">
        <p14:creationId xmlns:p14="http://schemas.microsoft.com/office/powerpoint/2010/main" val="18764921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6DC51814-3B91-4036-94D2-3977634EE214}" type="slidenum">
              <a:rPr lang="en-GB" smtClean="0"/>
              <a:t>5</a:t>
            </a:fld>
            <a:endParaRPr lang="en-GB"/>
          </a:p>
        </p:txBody>
      </p:sp>
    </p:spTree>
    <p:extLst>
      <p:ext uri="{BB962C8B-B14F-4D97-AF65-F5344CB8AC3E}">
        <p14:creationId xmlns:p14="http://schemas.microsoft.com/office/powerpoint/2010/main" val="25446673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D3F28A1F-3E69-47E5-AE93-E7F2155A242D}" type="slidenum">
              <a:rPr lang="en-GB" smtClean="0"/>
              <a:t>6</a:t>
            </a:fld>
            <a:endParaRPr lang="en-GB"/>
          </a:p>
        </p:txBody>
      </p:sp>
    </p:spTree>
    <p:extLst>
      <p:ext uri="{BB962C8B-B14F-4D97-AF65-F5344CB8AC3E}">
        <p14:creationId xmlns:p14="http://schemas.microsoft.com/office/powerpoint/2010/main" val="3833993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rtl="0"/>
            <a:fld id="{D3F28A1F-3E69-47E5-AE93-E7F2155A242D}" type="slidenum">
              <a:rPr lang="en-GB" smtClean="0"/>
              <a:t>7</a:t>
            </a:fld>
            <a:endParaRPr lang="en-GB"/>
          </a:p>
        </p:txBody>
      </p:sp>
    </p:spTree>
    <p:extLst>
      <p:ext uri="{BB962C8B-B14F-4D97-AF65-F5344CB8AC3E}">
        <p14:creationId xmlns:p14="http://schemas.microsoft.com/office/powerpoint/2010/main" val="13667635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D3F28A1F-3E69-47E5-AE93-E7F2155A242D}" type="slidenum">
              <a:rPr lang="en-GB" smtClean="0"/>
              <a:t>8</a:t>
            </a:fld>
            <a:endParaRPr lang="en-GB"/>
          </a:p>
        </p:txBody>
      </p:sp>
    </p:spTree>
    <p:extLst>
      <p:ext uri="{BB962C8B-B14F-4D97-AF65-F5344CB8AC3E}">
        <p14:creationId xmlns:p14="http://schemas.microsoft.com/office/powerpoint/2010/main" val="24662534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D3F28A1F-3E69-47E5-AE93-E7F2155A242D}" type="slidenum">
              <a:rPr lang="en-GB" smtClean="0"/>
              <a:t>9</a:t>
            </a:fld>
            <a:endParaRPr lang="en-GB"/>
          </a:p>
        </p:txBody>
      </p:sp>
    </p:spTree>
    <p:extLst>
      <p:ext uri="{BB962C8B-B14F-4D97-AF65-F5344CB8AC3E}">
        <p14:creationId xmlns:p14="http://schemas.microsoft.com/office/powerpoint/2010/main" val="19281525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6DC51814-3B91-4036-94D2-3977634EE214}" type="slidenum">
              <a:rPr lang="en-GB" smtClean="0"/>
              <a:t>10</a:t>
            </a:fld>
            <a:endParaRPr lang="en-GB"/>
          </a:p>
        </p:txBody>
      </p:sp>
    </p:spTree>
    <p:extLst>
      <p:ext uri="{BB962C8B-B14F-4D97-AF65-F5344CB8AC3E}">
        <p14:creationId xmlns:p14="http://schemas.microsoft.com/office/powerpoint/2010/main" val="705561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rtl="0"/>
            <a:fld id="{6DC51814-3B91-4036-94D2-3977634EE214}" type="slidenum">
              <a:rPr lang="en-GB" smtClean="0"/>
              <a:t>11</a:t>
            </a:fld>
            <a:endParaRPr lang="en-GB"/>
          </a:p>
        </p:txBody>
      </p:sp>
    </p:spTree>
    <p:extLst>
      <p:ext uri="{BB962C8B-B14F-4D97-AF65-F5344CB8AC3E}">
        <p14:creationId xmlns:p14="http://schemas.microsoft.com/office/powerpoint/2010/main" val="39129766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D3F28A1F-3E69-47E5-AE93-E7F2155A242D}" type="slidenum">
              <a:rPr lang="en-GB" smtClean="0"/>
              <a:t>12</a:t>
            </a:fld>
            <a:endParaRPr lang="en-GB"/>
          </a:p>
        </p:txBody>
      </p:sp>
    </p:spTree>
    <p:extLst>
      <p:ext uri="{BB962C8B-B14F-4D97-AF65-F5344CB8AC3E}">
        <p14:creationId xmlns:p14="http://schemas.microsoft.com/office/powerpoint/2010/main" val="34322752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6DC51814-3B91-4036-94D2-3977634EE214}" type="slidenum">
              <a:rPr lang="en-GB" smtClean="0"/>
              <a:t>13</a:t>
            </a:fld>
            <a:endParaRPr lang="en-GB"/>
          </a:p>
        </p:txBody>
      </p:sp>
    </p:spTree>
    <p:extLst>
      <p:ext uri="{BB962C8B-B14F-4D97-AF65-F5344CB8AC3E}">
        <p14:creationId xmlns:p14="http://schemas.microsoft.com/office/powerpoint/2010/main" val="25839571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6DC51814-3B91-4036-94D2-3977634EE214}" type="slidenum">
              <a:rPr lang="en-GB" smtClean="0"/>
              <a:t>14</a:t>
            </a:fld>
            <a:endParaRPr lang="en-GB"/>
          </a:p>
        </p:txBody>
      </p:sp>
    </p:spTree>
    <p:extLst>
      <p:ext uri="{BB962C8B-B14F-4D97-AF65-F5344CB8AC3E}">
        <p14:creationId xmlns:p14="http://schemas.microsoft.com/office/powerpoint/2010/main" val="81772663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6DC51814-3B91-4036-94D2-3977634EE214}" type="slidenum">
              <a:rPr lang="en-GB" smtClean="0"/>
              <a:t>15</a:t>
            </a:fld>
            <a:endParaRPr lang="en-GB"/>
          </a:p>
        </p:txBody>
      </p:sp>
    </p:spTree>
    <p:extLst>
      <p:ext uri="{BB962C8B-B14F-4D97-AF65-F5344CB8AC3E}">
        <p14:creationId xmlns:p14="http://schemas.microsoft.com/office/powerpoint/2010/main" val="24251177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6DC51814-3B91-4036-94D2-3977634EE214}" type="slidenum">
              <a:rPr lang="en-GB" smtClean="0"/>
              <a:t>16</a:t>
            </a:fld>
            <a:endParaRPr lang="en-GB"/>
          </a:p>
        </p:txBody>
      </p:sp>
    </p:spTree>
    <p:extLst>
      <p:ext uri="{BB962C8B-B14F-4D97-AF65-F5344CB8AC3E}">
        <p14:creationId xmlns:p14="http://schemas.microsoft.com/office/powerpoint/2010/main" val="157210147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6DC51814-3B91-4036-94D2-3977634EE214}" type="slidenum">
              <a:rPr lang="en-GB" smtClean="0"/>
              <a:t>17</a:t>
            </a:fld>
            <a:endParaRPr lang="en-GB"/>
          </a:p>
        </p:txBody>
      </p:sp>
    </p:spTree>
    <p:extLst>
      <p:ext uri="{BB962C8B-B14F-4D97-AF65-F5344CB8AC3E}">
        <p14:creationId xmlns:p14="http://schemas.microsoft.com/office/powerpoint/2010/main" val="290444260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D3F28A1F-3E69-47E5-AE93-E7F2155A242D}" type="slidenum">
              <a:rPr lang="en-GB" smtClean="0"/>
              <a:t>18</a:t>
            </a:fld>
            <a:endParaRPr lang="en-GB"/>
          </a:p>
        </p:txBody>
      </p:sp>
    </p:spTree>
    <p:extLst>
      <p:ext uri="{BB962C8B-B14F-4D97-AF65-F5344CB8AC3E}">
        <p14:creationId xmlns:p14="http://schemas.microsoft.com/office/powerpoint/2010/main" val="326178553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D3F28A1F-3E69-47E5-AE93-E7F2155A242D}" type="slidenum">
              <a:rPr lang="en-GB" smtClean="0"/>
              <a:t>19</a:t>
            </a:fld>
            <a:endParaRPr lang="en-GB"/>
          </a:p>
        </p:txBody>
      </p:sp>
    </p:spTree>
    <p:extLst>
      <p:ext uri="{BB962C8B-B14F-4D97-AF65-F5344CB8AC3E}">
        <p14:creationId xmlns:p14="http://schemas.microsoft.com/office/powerpoint/2010/main" val="29895706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798B13-3B32-4354-B2B5-3165F2F6E65F}"/>
              </a:ext>
            </a:extLst>
          </p:cNvPr>
          <p:cNvSpPr>
            <a:spLocks noGrp="1"/>
          </p:cNvSpPr>
          <p:nvPr>
            <p:ph type="title"/>
          </p:nvPr>
        </p:nvSpPr>
        <p:spPr>
          <a:xfrm>
            <a:off x="7873611" y="1676409"/>
            <a:ext cx="3923999" cy="2436592"/>
          </a:xfrm>
        </p:spPr>
        <p:txBody>
          <a:bodyPr lIns="0" tIns="0" rIns="0" bIns="0" rtlCol="0" anchor="b">
            <a:noAutofit/>
          </a:bodyPr>
          <a:lstStyle>
            <a:lvl1pPr>
              <a:lnSpc>
                <a:spcPct val="70000"/>
              </a:lnSpc>
              <a:defRPr sz="7200" spc="-300"/>
            </a:lvl1pPr>
          </a:lstStyle>
          <a:p>
            <a:pPr rtl="0"/>
            <a:r>
              <a:rPr lang="en-US" noProof="0"/>
              <a:t>Click to edit Master title style</a:t>
            </a:r>
            <a:endParaRPr lang="en-GB" noProof="0"/>
          </a:p>
        </p:txBody>
      </p:sp>
      <p:sp>
        <p:nvSpPr>
          <p:cNvPr id="4" name="Text Placeholder 3">
            <a:extLst>
              <a:ext uri="{FF2B5EF4-FFF2-40B4-BE49-F238E27FC236}">
                <a16:creationId xmlns:a16="http://schemas.microsoft.com/office/drawing/2014/main" id="{16BB88CF-DF4F-4857-8602-72BCF5DDCDA1}"/>
              </a:ext>
            </a:extLst>
          </p:cNvPr>
          <p:cNvSpPr>
            <a:spLocks noGrp="1"/>
          </p:cNvSpPr>
          <p:nvPr>
            <p:ph type="body" sz="half" idx="2" hasCustomPrompt="1"/>
          </p:nvPr>
        </p:nvSpPr>
        <p:spPr>
          <a:xfrm>
            <a:off x="7873612" y="4611901"/>
            <a:ext cx="3924000" cy="684000"/>
          </a:xfrm>
        </p:spPr>
        <p:txBody>
          <a:bodyPr lIns="0" tIns="0" rIns="0" bIns="0" rtlCol="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en-GB" noProof="0"/>
              <a:t>CLICK TO EDIT MASTER TEXT STYLES</a:t>
            </a:r>
          </a:p>
        </p:txBody>
      </p:sp>
      <p:cxnSp>
        <p:nvCxnSpPr>
          <p:cNvPr id="12" name="Straight Connector 11">
            <a:extLst>
              <a:ext uri="{FF2B5EF4-FFF2-40B4-BE49-F238E27FC236}">
                <a16:creationId xmlns:a16="http://schemas.microsoft.com/office/drawing/2014/main" id="{A7EEBB7C-1679-4665-8688-1FA973E73DC1}"/>
              </a:ext>
            </a:extLst>
          </p:cNvPr>
          <p:cNvCxnSpPr/>
          <p:nvPr userDrawn="1"/>
        </p:nvCxnSpPr>
        <p:spPr>
          <a:xfrm>
            <a:off x="7874732" y="4373775"/>
            <a:ext cx="3924000" cy="0"/>
          </a:xfrm>
          <a:prstGeom prst="line">
            <a:avLst/>
          </a:prstGeom>
          <a:ln w="63500">
            <a:gradFill>
              <a:gsLst>
                <a:gs pos="0">
                  <a:schemeClr val="accent2"/>
                </a:gs>
                <a:gs pos="100000">
                  <a:schemeClr val="accent2">
                    <a:lumMod val="50000"/>
                  </a:schemeClr>
                </a:gs>
              </a:gsLst>
              <a:lin ang="0" scaled="0"/>
            </a:gradFill>
            <a:round/>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F1E3214F-3A93-4A1C-920D-D86BE35A58FB}"/>
              </a:ext>
            </a:extLst>
          </p:cNvPr>
          <p:cNvSpPr/>
          <p:nvPr userDrawn="1"/>
        </p:nvSpPr>
        <p:spPr>
          <a:xfrm>
            <a:off x="0" y="1"/>
            <a:ext cx="7512000" cy="6721472"/>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3" name="Slide Number Placeholder 2">
            <a:extLst>
              <a:ext uri="{FF2B5EF4-FFF2-40B4-BE49-F238E27FC236}">
                <a16:creationId xmlns:a16="http://schemas.microsoft.com/office/drawing/2014/main" id="{213E97E5-C83B-444A-8C07-35D699E7C342}"/>
              </a:ext>
            </a:extLst>
          </p:cNvPr>
          <p:cNvSpPr>
            <a:spLocks noGrp="1"/>
          </p:cNvSpPr>
          <p:nvPr>
            <p:ph type="sldNum" sz="quarter" idx="10"/>
          </p:nvPr>
        </p:nvSpPr>
        <p:spPr/>
        <p:txBody>
          <a:bodyPr rtlCol="0"/>
          <a:lstStyle/>
          <a:p>
            <a:pPr rtl="0"/>
            <a:r>
              <a:rPr lang="en-GB" noProof="0"/>
              <a:t>PAGE </a:t>
            </a:r>
            <a:fld id="{4A9B5881-4007-4345-955A-79C2656F0C49}" type="slidenum">
              <a:rPr lang="en-GB" noProof="0" smtClean="0"/>
              <a:pPr/>
              <a:t>‹#›</a:t>
            </a:fld>
            <a:endParaRPr lang="en-GB" noProof="0"/>
          </a:p>
        </p:txBody>
      </p:sp>
    </p:spTree>
    <p:extLst>
      <p:ext uri="{BB962C8B-B14F-4D97-AF65-F5344CB8AC3E}">
        <p14:creationId xmlns:p14="http://schemas.microsoft.com/office/powerpoint/2010/main" val="22265322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798B13-3B32-4354-B2B5-3165F2F6E65F}"/>
              </a:ext>
            </a:extLst>
          </p:cNvPr>
          <p:cNvSpPr>
            <a:spLocks noGrp="1"/>
          </p:cNvSpPr>
          <p:nvPr>
            <p:ph type="title"/>
          </p:nvPr>
        </p:nvSpPr>
        <p:spPr>
          <a:xfrm>
            <a:off x="7873611" y="1676409"/>
            <a:ext cx="3923999" cy="2436592"/>
          </a:xfrm>
        </p:spPr>
        <p:txBody>
          <a:bodyPr lIns="0" tIns="0" rIns="0" bIns="0" rtlCol="0" anchor="b">
            <a:noAutofit/>
          </a:bodyPr>
          <a:lstStyle>
            <a:lvl1pPr>
              <a:lnSpc>
                <a:spcPct val="70000"/>
              </a:lnSpc>
              <a:defRPr sz="7200" spc="-300"/>
            </a:lvl1pPr>
          </a:lstStyle>
          <a:p>
            <a:pPr rtl="0"/>
            <a:r>
              <a:rPr lang="en-US" noProof="0"/>
              <a:t>Click to edit Master title style</a:t>
            </a:r>
            <a:endParaRPr lang="en-GB" noProof="0"/>
          </a:p>
        </p:txBody>
      </p:sp>
      <p:sp>
        <p:nvSpPr>
          <p:cNvPr id="4" name="Text Placeholder 3">
            <a:extLst>
              <a:ext uri="{FF2B5EF4-FFF2-40B4-BE49-F238E27FC236}">
                <a16:creationId xmlns:a16="http://schemas.microsoft.com/office/drawing/2014/main" id="{16BB88CF-DF4F-4857-8602-72BCF5DDCDA1}"/>
              </a:ext>
            </a:extLst>
          </p:cNvPr>
          <p:cNvSpPr>
            <a:spLocks noGrp="1"/>
          </p:cNvSpPr>
          <p:nvPr>
            <p:ph type="body" sz="half" idx="2" hasCustomPrompt="1"/>
          </p:nvPr>
        </p:nvSpPr>
        <p:spPr>
          <a:xfrm>
            <a:off x="7873612" y="4611901"/>
            <a:ext cx="3924000" cy="684000"/>
          </a:xfrm>
        </p:spPr>
        <p:txBody>
          <a:bodyPr lIns="0" tIns="0" rIns="0" bIns="0" rtlCol="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en-GB" noProof="0"/>
              <a:t>CLICK TO EDIT MASTER TEXT STYLES</a:t>
            </a:r>
          </a:p>
        </p:txBody>
      </p:sp>
      <p:cxnSp>
        <p:nvCxnSpPr>
          <p:cNvPr id="12" name="Straight Connector 11">
            <a:extLst>
              <a:ext uri="{FF2B5EF4-FFF2-40B4-BE49-F238E27FC236}">
                <a16:creationId xmlns:a16="http://schemas.microsoft.com/office/drawing/2014/main" id="{A7EEBB7C-1679-4665-8688-1FA973E73DC1}"/>
              </a:ext>
            </a:extLst>
          </p:cNvPr>
          <p:cNvCxnSpPr/>
          <p:nvPr userDrawn="1"/>
        </p:nvCxnSpPr>
        <p:spPr>
          <a:xfrm>
            <a:off x="7874732" y="4373775"/>
            <a:ext cx="3924000" cy="0"/>
          </a:xfrm>
          <a:prstGeom prst="line">
            <a:avLst/>
          </a:prstGeom>
          <a:ln w="63500">
            <a:gradFill>
              <a:gsLst>
                <a:gs pos="0">
                  <a:schemeClr val="accent2"/>
                </a:gs>
                <a:gs pos="100000">
                  <a:schemeClr val="accent2">
                    <a:lumMod val="50000"/>
                  </a:schemeClr>
                </a:gs>
              </a:gsLst>
              <a:lin ang="0" scaled="0"/>
            </a:gradFill>
            <a:round/>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F1E3214F-3A93-4A1C-920D-D86BE35A58FB}"/>
              </a:ext>
            </a:extLst>
          </p:cNvPr>
          <p:cNvSpPr/>
          <p:nvPr userDrawn="1"/>
        </p:nvSpPr>
        <p:spPr>
          <a:xfrm>
            <a:off x="0" y="1"/>
            <a:ext cx="7512000" cy="6721472"/>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3" name="Slide Number Placeholder 2">
            <a:extLst>
              <a:ext uri="{FF2B5EF4-FFF2-40B4-BE49-F238E27FC236}">
                <a16:creationId xmlns:a16="http://schemas.microsoft.com/office/drawing/2014/main" id="{213E97E5-C83B-444A-8C07-35D699E7C342}"/>
              </a:ext>
            </a:extLst>
          </p:cNvPr>
          <p:cNvSpPr>
            <a:spLocks noGrp="1"/>
          </p:cNvSpPr>
          <p:nvPr>
            <p:ph type="sldNum" sz="quarter" idx="10"/>
          </p:nvPr>
        </p:nvSpPr>
        <p:spPr/>
        <p:txBody>
          <a:bodyPr rtlCol="0"/>
          <a:lstStyle/>
          <a:p>
            <a:pPr rtl="0"/>
            <a:r>
              <a:rPr lang="en-GB" noProof="0"/>
              <a:t>PAGE </a:t>
            </a:r>
            <a:fld id="{4A9B5881-4007-4345-955A-79C2656F0C49}" type="slidenum">
              <a:rPr lang="en-GB" noProof="0" smtClean="0"/>
              <a:pPr/>
              <a:t>‹#›</a:t>
            </a:fld>
            <a:endParaRPr lang="en-GB" noProof="0"/>
          </a:p>
        </p:txBody>
      </p:sp>
      <p:sp>
        <p:nvSpPr>
          <p:cNvPr id="8" name="Picture Placeholder 2">
            <a:extLst>
              <a:ext uri="{FF2B5EF4-FFF2-40B4-BE49-F238E27FC236}">
                <a16:creationId xmlns:a16="http://schemas.microsoft.com/office/drawing/2014/main" id="{2641ECAC-0557-4843-8433-067E4414E2F5}"/>
              </a:ext>
            </a:extLst>
          </p:cNvPr>
          <p:cNvSpPr>
            <a:spLocks noGrp="1"/>
          </p:cNvSpPr>
          <p:nvPr>
            <p:ph type="pic" idx="1" hasCustomPrompt="1"/>
          </p:nvPr>
        </p:nvSpPr>
        <p:spPr>
          <a:xfrm>
            <a:off x="-1" y="0"/>
            <a:ext cx="7512001" cy="6727855"/>
          </a:xfrm>
          <a:solidFill>
            <a:schemeClr val="tx1">
              <a:lumMod val="85000"/>
              <a:lumOff val="15000"/>
            </a:schemeClr>
          </a:solidFill>
        </p:spPr>
        <p:txBody>
          <a:bodyPr rtlCol="0" anchor="ctr">
            <a:normAutofit/>
          </a:bodyPr>
          <a:lstStyle>
            <a:lvl1pPr marL="0" indent="0" algn="ctr">
              <a:buNone/>
              <a:defRPr sz="1400" i="1"/>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en-GB" noProof="0"/>
              <a:t>Insert Your Picture Here</a:t>
            </a:r>
          </a:p>
        </p:txBody>
      </p:sp>
    </p:spTree>
    <p:extLst>
      <p:ext uri="{BB962C8B-B14F-4D97-AF65-F5344CB8AC3E}">
        <p14:creationId xmlns:p14="http://schemas.microsoft.com/office/powerpoint/2010/main" val="33943833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tx1">
            <a:lumMod val="95000"/>
            <a:lumOff val="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91AD08-4E28-4191-9B62-EAD61608E5CF}"/>
              </a:ext>
            </a:extLst>
          </p:cNvPr>
          <p:cNvSpPr>
            <a:spLocks noGrp="1"/>
          </p:cNvSpPr>
          <p:nvPr>
            <p:ph type="title"/>
          </p:nvPr>
        </p:nvSpPr>
        <p:spPr>
          <a:xfrm>
            <a:off x="838200" y="611076"/>
            <a:ext cx="6273800" cy="833663"/>
          </a:xfrm>
          <a:solidFill>
            <a:schemeClr val="accent2">
              <a:lumMod val="50000"/>
            </a:schemeClr>
          </a:solidFill>
        </p:spPr>
        <p:txBody>
          <a:bodyPr tIns="108000" bIns="108000" rtlCol="0">
            <a:spAutoFit/>
          </a:bodyPr>
          <a:lstStyle>
            <a:lvl1pPr>
              <a:lnSpc>
                <a:spcPct val="100000"/>
              </a:lnSpc>
              <a:defRPr sz="4000"/>
            </a:lvl1pPr>
          </a:lstStyle>
          <a:p>
            <a:pPr rtl="0"/>
            <a:r>
              <a:rPr lang="en-US" noProof="0"/>
              <a:t>Click to edit Master title style</a:t>
            </a:r>
            <a:endParaRPr lang="en-GB" noProof="0"/>
          </a:p>
        </p:txBody>
      </p:sp>
      <p:sp>
        <p:nvSpPr>
          <p:cNvPr id="3" name="Content Placeholder 2">
            <a:extLst>
              <a:ext uri="{FF2B5EF4-FFF2-40B4-BE49-F238E27FC236}">
                <a16:creationId xmlns:a16="http://schemas.microsoft.com/office/drawing/2014/main" id="{90BF853D-76DB-46F3-AF6C-1E77C8E06AA9}"/>
              </a:ext>
            </a:extLst>
          </p:cNvPr>
          <p:cNvSpPr>
            <a:spLocks noGrp="1"/>
          </p:cNvSpPr>
          <p:nvPr>
            <p:ph idx="1"/>
          </p:nvPr>
        </p:nvSpPr>
        <p:spPr>
          <a:xfrm>
            <a:off x="838200" y="1825625"/>
            <a:ext cx="6273800" cy="4351338"/>
          </a:xfrm>
        </p:spPr>
        <p:txBody>
          <a:bodyPr rtlCol="0">
            <a:normAutofit/>
          </a:bodyPr>
          <a:lstStyle>
            <a:lvl1pPr>
              <a:defRPr sz="2000"/>
            </a:lvl1pPr>
            <a:lvl2pPr>
              <a:defRPr sz="1800"/>
            </a:lvl2pPr>
            <a:lvl3pPr>
              <a:defRPr sz="1600"/>
            </a:lvl3pPr>
            <a:lvl4pPr>
              <a:defRPr sz="1400"/>
            </a:lvl4pPr>
            <a:lvl5pPr>
              <a:defRPr sz="1400"/>
            </a:lvl5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4" name="Slide Number Placeholder 3">
            <a:extLst>
              <a:ext uri="{FF2B5EF4-FFF2-40B4-BE49-F238E27FC236}">
                <a16:creationId xmlns:a16="http://schemas.microsoft.com/office/drawing/2014/main" id="{0660D61A-B9FD-4DFF-AC42-4069DAFE238C}"/>
              </a:ext>
            </a:extLst>
          </p:cNvPr>
          <p:cNvSpPr>
            <a:spLocks noGrp="1"/>
          </p:cNvSpPr>
          <p:nvPr>
            <p:ph type="sldNum" sz="quarter" idx="10"/>
          </p:nvPr>
        </p:nvSpPr>
        <p:spPr/>
        <p:txBody>
          <a:bodyPr rtlCol="0"/>
          <a:lstStyle/>
          <a:p>
            <a:pPr rtl="0"/>
            <a:r>
              <a:rPr lang="en-GB" noProof="0"/>
              <a:t>PAGE </a:t>
            </a:r>
            <a:fld id="{4A9B5881-4007-4345-955A-79C2656F0C49}" type="slidenum">
              <a:rPr lang="en-GB" noProof="0" smtClean="0"/>
              <a:pPr/>
              <a:t>‹#›</a:t>
            </a:fld>
            <a:endParaRPr lang="en-GB" noProof="0"/>
          </a:p>
        </p:txBody>
      </p:sp>
    </p:spTree>
    <p:extLst>
      <p:ext uri="{BB962C8B-B14F-4D97-AF65-F5344CB8AC3E}">
        <p14:creationId xmlns:p14="http://schemas.microsoft.com/office/powerpoint/2010/main" val="3839236654"/>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Wide">
    <p:bg>
      <p:bgPr>
        <a:solidFill>
          <a:schemeClr val="tx1">
            <a:lumMod val="95000"/>
            <a:lumOff val="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91AD08-4E28-4191-9B62-EAD61608E5CF}"/>
              </a:ext>
            </a:extLst>
          </p:cNvPr>
          <p:cNvSpPr>
            <a:spLocks noGrp="1"/>
          </p:cNvSpPr>
          <p:nvPr>
            <p:ph type="title"/>
          </p:nvPr>
        </p:nvSpPr>
        <p:spPr>
          <a:xfrm>
            <a:off x="838200" y="611077"/>
            <a:ext cx="6273800" cy="833663"/>
          </a:xfrm>
          <a:solidFill>
            <a:schemeClr val="accent2">
              <a:lumMod val="50000"/>
            </a:schemeClr>
          </a:solidFill>
        </p:spPr>
        <p:txBody>
          <a:bodyPr vert="horz" lIns="91440" tIns="108000" rIns="91440" bIns="108000" rtlCol="0" anchor="ctr">
            <a:spAutoFit/>
          </a:bodyPr>
          <a:lstStyle>
            <a:lvl1pPr>
              <a:defRPr lang="en-US" sz="4000"/>
            </a:lvl1pPr>
          </a:lstStyle>
          <a:p>
            <a:pPr lvl="0" rtl="0">
              <a:lnSpc>
                <a:spcPct val="100000"/>
              </a:lnSpc>
            </a:pPr>
            <a:r>
              <a:rPr lang="en-US" noProof="0"/>
              <a:t>Click to edit Master title style</a:t>
            </a:r>
            <a:endParaRPr lang="en-GB" noProof="0"/>
          </a:p>
        </p:txBody>
      </p:sp>
      <p:sp>
        <p:nvSpPr>
          <p:cNvPr id="3" name="Content Placeholder 2">
            <a:extLst>
              <a:ext uri="{FF2B5EF4-FFF2-40B4-BE49-F238E27FC236}">
                <a16:creationId xmlns:a16="http://schemas.microsoft.com/office/drawing/2014/main" id="{90BF853D-76DB-46F3-AF6C-1E77C8E06AA9}"/>
              </a:ext>
            </a:extLst>
          </p:cNvPr>
          <p:cNvSpPr>
            <a:spLocks noGrp="1"/>
          </p:cNvSpPr>
          <p:nvPr>
            <p:ph idx="1"/>
          </p:nvPr>
        </p:nvSpPr>
        <p:spPr>
          <a:xfrm>
            <a:off x="838200" y="1825625"/>
            <a:ext cx="10515600" cy="4351338"/>
          </a:xfrm>
        </p:spPr>
        <p:txBody>
          <a:bodyPr rtlCol="0">
            <a:normAutofit/>
          </a:bodyPr>
          <a:lstStyle>
            <a:lvl1pPr>
              <a:defRPr sz="2000"/>
            </a:lvl1pPr>
            <a:lvl2pPr>
              <a:defRPr sz="1800"/>
            </a:lvl2pPr>
            <a:lvl3pPr>
              <a:defRPr sz="1600"/>
            </a:lvl3pPr>
            <a:lvl4pPr>
              <a:defRPr sz="1400"/>
            </a:lvl4pPr>
            <a:lvl5pPr>
              <a:defRPr sz="1400"/>
            </a:lvl5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4" name="Slide Number Placeholder 3">
            <a:extLst>
              <a:ext uri="{FF2B5EF4-FFF2-40B4-BE49-F238E27FC236}">
                <a16:creationId xmlns:a16="http://schemas.microsoft.com/office/drawing/2014/main" id="{0660D61A-B9FD-4DFF-AC42-4069DAFE238C}"/>
              </a:ext>
            </a:extLst>
          </p:cNvPr>
          <p:cNvSpPr>
            <a:spLocks noGrp="1"/>
          </p:cNvSpPr>
          <p:nvPr>
            <p:ph type="sldNum" sz="quarter" idx="10"/>
          </p:nvPr>
        </p:nvSpPr>
        <p:spPr/>
        <p:txBody>
          <a:bodyPr rtlCol="0"/>
          <a:lstStyle/>
          <a:p>
            <a:pPr rtl="0"/>
            <a:r>
              <a:rPr lang="en-GB" noProof="0"/>
              <a:t>PAGE </a:t>
            </a:r>
            <a:fld id="{4A9B5881-4007-4345-955A-79C2656F0C49}" type="slidenum">
              <a:rPr lang="en-GB" noProof="0" smtClean="0"/>
              <a:pPr/>
              <a:t>‹#›</a:t>
            </a:fld>
            <a:endParaRPr lang="en-GB" noProof="0"/>
          </a:p>
        </p:txBody>
      </p:sp>
    </p:spTree>
    <p:extLst>
      <p:ext uri="{BB962C8B-B14F-4D97-AF65-F5344CB8AC3E}">
        <p14:creationId xmlns:p14="http://schemas.microsoft.com/office/powerpoint/2010/main" val="1594571051"/>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Right">
    <p:spTree>
      <p:nvGrpSpPr>
        <p:cNvPr id="1" name=""/>
        <p:cNvGrpSpPr/>
        <p:nvPr/>
      </p:nvGrpSpPr>
      <p:grpSpPr>
        <a:xfrm>
          <a:off x="0" y="0"/>
          <a:ext cx="0" cy="0"/>
          <a:chOff x="0" y="0"/>
          <a:chExt cx="0" cy="0"/>
        </a:xfrm>
      </p:grpSpPr>
      <p:sp>
        <p:nvSpPr>
          <p:cNvPr id="7" name="Picture Placeholder 2">
            <a:extLst>
              <a:ext uri="{FF2B5EF4-FFF2-40B4-BE49-F238E27FC236}">
                <a16:creationId xmlns:a16="http://schemas.microsoft.com/office/drawing/2014/main" id="{6D3C5ED2-B01D-4104-B193-BC78D76A4646}"/>
              </a:ext>
            </a:extLst>
          </p:cNvPr>
          <p:cNvSpPr>
            <a:spLocks noGrp="1"/>
          </p:cNvSpPr>
          <p:nvPr>
            <p:ph type="pic" idx="11" hasCustomPrompt="1"/>
          </p:nvPr>
        </p:nvSpPr>
        <p:spPr>
          <a:xfrm>
            <a:off x="0" y="0"/>
            <a:ext cx="6305550" cy="6721475"/>
          </a:xfrm>
          <a:noFill/>
        </p:spPr>
        <p:txBody>
          <a:bodyPr rtlCol="0" anchor="ctr">
            <a:normAutofit/>
          </a:bodyPr>
          <a:lstStyle>
            <a:lvl1pPr marL="0" indent="0" algn="ctr">
              <a:buNone/>
              <a:defRPr sz="1400" i="1"/>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en-GB" noProof="0"/>
              <a:t>Insert Your Picture Here</a:t>
            </a:r>
          </a:p>
        </p:txBody>
      </p:sp>
      <p:sp>
        <p:nvSpPr>
          <p:cNvPr id="2" name="Title 1">
            <a:extLst>
              <a:ext uri="{FF2B5EF4-FFF2-40B4-BE49-F238E27FC236}">
                <a16:creationId xmlns:a16="http://schemas.microsoft.com/office/drawing/2014/main" id="{FE91AD08-4E28-4191-9B62-EAD61608E5CF}"/>
              </a:ext>
            </a:extLst>
          </p:cNvPr>
          <p:cNvSpPr>
            <a:spLocks noGrp="1"/>
          </p:cNvSpPr>
          <p:nvPr>
            <p:ph type="title" hasCustomPrompt="1"/>
          </p:nvPr>
        </p:nvSpPr>
        <p:spPr>
          <a:xfrm>
            <a:off x="6657974" y="611077"/>
            <a:ext cx="4695825" cy="833663"/>
          </a:xfrm>
          <a:solidFill>
            <a:schemeClr val="accent2">
              <a:lumMod val="50000"/>
            </a:schemeClr>
          </a:solidFill>
        </p:spPr>
        <p:txBody>
          <a:bodyPr wrap="square" tIns="108000" bIns="108000" rtlCol="0">
            <a:spAutoFit/>
          </a:bodyPr>
          <a:lstStyle>
            <a:lvl1pPr>
              <a:lnSpc>
                <a:spcPct val="100000"/>
              </a:lnSpc>
              <a:defRPr sz="4000"/>
            </a:lvl1pPr>
          </a:lstStyle>
          <a:p>
            <a:pPr rtl="0"/>
            <a:r>
              <a:rPr lang="en-GB" noProof="0"/>
              <a:t>Edit Master title style</a:t>
            </a:r>
          </a:p>
        </p:txBody>
      </p:sp>
      <p:sp>
        <p:nvSpPr>
          <p:cNvPr id="3" name="Content Placeholder 2">
            <a:extLst>
              <a:ext uri="{FF2B5EF4-FFF2-40B4-BE49-F238E27FC236}">
                <a16:creationId xmlns:a16="http://schemas.microsoft.com/office/drawing/2014/main" id="{90BF853D-76DB-46F3-AF6C-1E77C8E06AA9}"/>
              </a:ext>
            </a:extLst>
          </p:cNvPr>
          <p:cNvSpPr>
            <a:spLocks noGrp="1"/>
          </p:cNvSpPr>
          <p:nvPr>
            <p:ph idx="1"/>
          </p:nvPr>
        </p:nvSpPr>
        <p:spPr>
          <a:xfrm>
            <a:off x="6657974" y="1825625"/>
            <a:ext cx="4695826" cy="4351338"/>
          </a:xfrm>
        </p:spPr>
        <p:txBody>
          <a:bodyPr rtlCol="0">
            <a:normAutofit/>
          </a:bodyPr>
          <a:lstStyle>
            <a:lvl1pPr>
              <a:defRPr sz="2000"/>
            </a:lvl1pPr>
            <a:lvl2pPr>
              <a:defRPr sz="1800"/>
            </a:lvl2pPr>
            <a:lvl3pPr>
              <a:defRPr sz="1600"/>
            </a:lvl3pPr>
            <a:lvl4pPr>
              <a:defRPr sz="1400"/>
            </a:lvl4pPr>
            <a:lvl5pPr>
              <a:defRPr sz="1400"/>
            </a:lvl5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4" name="Slide Number Placeholder 3">
            <a:extLst>
              <a:ext uri="{FF2B5EF4-FFF2-40B4-BE49-F238E27FC236}">
                <a16:creationId xmlns:a16="http://schemas.microsoft.com/office/drawing/2014/main" id="{0660D61A-B9FD-4DFF-AC42-4069DAFE238C}"/>
              </a:ext>
            </a:extLst>
          </p:cNvPr>
          <p:cNvSpPr>
            <a:spLocks noGrp="1"/>
          </p:cNvSpPr>
          <p:nvPr>
            <p:ph type="sldNum" sz="quarter" idx="10"/>
          </p:nvPr>
        </p:nvSpPr>
        <p:spPr>
          <a:xfrm>
            <a:off x="11353800" y="6361475"/>
            <a:ext cx="838200" cy="360000"/>
          </a:xfrm>
        </p:spPr>
        <p:txBody>
          <a:bodyPr rtlCol="0"/>
          <a:lstStyle/>
          <a:p>
            <a:pPr rtl="0"/>
            <a:r>
              <a:rPr lang="en-GB" noProof="0"/>
              <a:t>PAGE </a:t>
            </a:r>
            <a:fld id="{4A9B5881-4007-4345-955A-79C2656F0C49}" type="slidenum">
              <a:rPr lang="en-GB" noProof="0" smtClean="0"/>
              <a:pPr/>
              <a:t>‹#›</a:t>
            </a:fld>
            <a:endParaRPr lang="en-GB" noProof="0"/>
          </a:p>
        </p:txBody>
      </p:sp>
    </p:spTree>
    <p:extLst>
      <p:ext uri="{BB962C8B-B14F-4D97-AF65-F5344CB8AC3E}">
        <p14:creationId xmlns:p14="http://schemas.microsoft.com/office/powerpoint/2010/main" val="17979040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 Horizontal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91AD08-4E28-4191-9B62-EAD61608E5CF}"/>
              </a:ext>
            </a:extLst>
          </p:cNvPr>
          <p:cNvSpPr>
            <a:spLocks noGrp="1"/>
          </p:cNvSpPr>
          <p:nvPr>
            <p:ph type="title"/>
          </p:nvPr>
        </p:nvSpPr>
        <p:spPr>
          <a:xfrm>
            <a:off x="0" y="1"/>
            <a:ext cx="4305300" cy="6721472"/>
          </a:xfrm>
          <a:gradFill>
            <a:gsLst>
              <a:gs pos="1000">
                <a:schemeClr val="tx1">
                  <a:lumMod val="85000"/>
                  <a:lumOff val="15000"/>
                </a:schemeClr>
              </a:gs>
              <a:gs pos="100000">
                <a:schemeClr val="accent2">
                  <a:lumMod val="50000"/>
                </a:schemeClr>
              </a:gs>
            </a:gsLst>
            <a:lin ang="12600000" scaled="0"/>
          </a:gradFill>
        </p:spPr>
        <p:txBody>
          <a:bodyPr vert="horz" lIns="396000" tIns="0" rIns="396000" bIns="0" rtlCol="0" anchor="ctr">
            <a:noAutofit/>
          </a:bodyPr>
          <a:lstStyle>
            <a:lvl1pPr algn="r">
              <a:lnSpc>
                <a:spcPct val="70000"/>
              </a:lnSpc>
              <a:defRPr lang="en-US" sz="5200" b="0" spc="-150" dirty="0"/>
            </a:lvl1pPr>
          </a:lstStyle>
          <a:p>
            <a:pPr lvl="0" algn="r" rtl="0"/>
            <a:r>
              <a:rPr lang="en-US" noProof="0"/>
              <a:t>Click to edit Master title style</a:t>
            </a:r>
            <a:endParaRPr lang="en-GB" noProof="0"/>
          </a:p>
        </p:txBody>
      </p:sp>
      <p:sp>
        <p:nvSpPr>
          <p:cNvPr id="3" name="Content Placeholder 2">
            <a:extLst>
              <a:ext uri="{FF2B5EF4-FFF2-40B4-BE49-F238E27FC236}">
                <a16:creationId xmlns:a16="http://schemas.microsoft.com/office/drawing/2014/main" id="{90BF853D-76DB-46F3-AF6C-1E77C8E06AA9}"/>
              </a:ext>
            </a:extLst>
          </p:cNvPr>
          <p:cNvSpPr>
            <a:spLocks noGrp="1"/>
          </p:cNvSpPr>
          <p:nvPr>
            <p:ph idx="1"/>
          </p:nvPr>
        </p:nvSpPr>
        <p:spPr>
          <a:xfrm>
            <a:off x="4705350" y="365124"/>
            <a:ext cx="6648448" cy="5984875"/>
          </a:xfrm>
        </p:spPr>
        <p:txBody>
          <a:bodyPr lIns="108000" tIns="108000" rIns="108000" bIns="108000" rtlCol="0" anchor="ctr">
            <a:normAutofit/>
          </a:bodyPr>
          <a:lstStyle>
            <a:lvl1pPr>
              <a:defRPr sz="2000"/>
            </a:lvl1pPr>
            <a:lvl2pPr>
              <a:defRPr sz="1800"/>
            </a:lvl2pPr>
            <a:lvl3pPr>
              <a:defRPr sz="1600"/>
            </a:lvl3pPr>
            <a:lvl4pPr>
              <a:defRPr sz="1400"/>
            </a:lvl4pPr>
            <a:lvl5pPr>
              <a:defRPr sz="1400"/>
            </a:lvl5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14" name="Slide Number Placeholder 13">
            <a:extLst>
              <a:ext uri="{FF2B5EF4-FFF2-40B4-BE49-F238E27FC236}">
                <a16:creationId xmlns:a16="http://schemas.microsoft.com/office/drawing/2014/main" id="{7746CAFB-2B99-470B-B55B-9BF378E3A04B}"/>
              </a:ext>
            </a:extLst>
          </p:cNvPr>
          <p:cNvSpPr>
            <a:spLocks noGrp="1"/>
          </p:cNvSpPr>
          <p:nvPr>
            <p:ph type="sldNum" sz="quarter" idx="10"/>
          </p:nvPr>
        </p:nvSpPr>
        <p:spPr/>
        <p:txBody>
          <a:bodyPr rtlCol="0"/>
          <a:lstStyle/>
          <a:p>
            <a:pPr rtl="0"/>
            <a:r>
              <a:rPr lang="en-GB" noProof="0"/>
              <a:t>PAGE </a:t>
            </a:r>
            <a:fld id="{4A9B5881-4007-4345-955A-79C2656F0C49}" type="slidenum">
              <a:rPr lang="en-GB" noProof="0" smtClean="0"/>
              <a:pPr/>
              <a:t>‹#›</a:t>
            </a:fld>
            <a:endParaRPr lang="en-GB" noProof="0"/>
          </a:p>
        </p:txBody>
      </p:sp>
    </p:spTree>
    <p:extLst>
      <p:ext uri="{BB962C8B-B14F-4D97-AF65-F5344CB8AC3E}">
        <p14:creationId xmlns:p14="http://schemas.microsoft.com/office/powerpoint/2010/main" val="11604963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 Horizontal 2">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65237DA4-112F-40B2-8C8C-EB23506D9C45}"/>
              </a:ext>
            </a:extLst>
          </p:cNvPr>
          <p:cNvSpPr>
            <a:spLocks noGrp="1"/>
          </p:cNvSpPr>
          <p:nvPr>
            <p:ph type="title"/>
          </p:nvPr>
        </p:nvSpPr>
        <p:spPr>
          <a:xfrm>
            <a:off x="7512000" y="0"/>
            <a:ext cx="4680000" cy="6721473"/>
          </a:xfrm>
          <a:gradFill>
            <a:gsLst>
              <a:gs pos="1000">
                <a:schemeClr val="tx1">
                  <a:lumMod val="85000"/>
                  <a:lumOff val="15000"/>
                </a:schemeClr>
              </a:gs>
              <a:gs pos="100000">
                <a:schemeClr val="accent2">
                  <a:lumMod val="50000"/>
                </a:schemeClr>
              </a:gs>
            </a:gsLst>
            <a:lin ang="12600000" scaled="0"/>
          </a:gradFill>
        </p:spPr>
        <p:txBody>
          <a:bodyPr lIns="396000" rIns="396000" rtlCol="0">
            <a:normAutofit/>
          </a:bodyPr>
          <a:lstStyle>
            <a:lvl1pPr>
              <a:lnSpc>
                <a:spcPct val="70000"/>
              </a:lnSpc>
              <a:defRPr sz="5200" spc="-150"/>
            </a:lvl1pPr>
          </a:lstStyle>
          <a:p>
            <a:pPr rtl="0"/>
            <a:r>
              <a:rPr lang="en-US" noProof="0"/>
              <a:t>Click to edit Master title style</a:t>
            </a:r>
            <a:endParaRPr lang="en-GB" noProof="0"/>
          </a:p>
        </p:txBody>
      </p:sp>
      <p:sp>
        <p:nvSpPr>
          <p:cNvPr id="3" name="Content Placeholder 2">
            <a:extLst>
              <a:ext uri="{FF2B5EF4-FFF2-40B4-BE49-F238E27FC236}">
                <a16:creationId xmlns:a16="http://schemas.microsoft.com/office/drawing/2014/main" id="{90BF853D-76DB-46F3-AF6C-1E77C8E06AA9}"/>
              </a:ext>
            </a:extLst>
          </p:cNvPr>
          <p:cNvSpPr>
            <a:spLocks noGrp="1"/>
          </p:cNvSpPr>
          <p:nvPr>
            <p:ph idx="1"/>
          </p:nvPr>
        </p:nvSpPr>
        <p:spPr>
          <a:xfrm>
            <a:off x="838200" y="365124"/>
            <a:ext cx="6156323" cy="5984875"/>
          </a:xfrm>
        </p:spPr>
        <p:txBody>
          <a:bodyPr lIns="108000" tIns="108000" rIns="108000" bIns="108000" rtlCol="0" anchor="ct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14" name="Slide Number Placeholder 13">
            <a:extLst>
              <a:ext uri="{FF2B5EF4-FFF2-40B4-BE49-F238E27FC236}">
                <a16:creationId xmlns:a16="http://schemas.microsoft.com/office/drawing/2014/main" id="{7746CAFB-2B99-470B-B55B-9BF378E3A04B}"/>
              </a:ext>
            </a:extLst>
          </p:cNvPr>
          <p:cNvSpPr>
            <a:spLocks noGrp="1"/>
          </p:cNvSpPr>
          <p:nvPr>
            <p:ph type="sldNum" sz="quarter" idx="10"/>
          </p:nvPr>
        </p:nvSpPr>
        <p:spPr>
          <a:solidFill>
            <a:schemeClr val="bg1">
              <a:lumMod val="85000"/>
            </a:schemeClr>
          </a:solidFill>
        </p:spPr>
        <p:txBody>
          <a:bodyPr rtlCol="0"/>
          <a:lstStyle>
            <a:lvl1pPr>
              <a:defRPr>
                <a:solidFill>
                  <a:schemeClr val="tx1">
                    <a:lumMod val="85000"/>
                    <a:lumOff val="15000"/>
                  </a:schemeClr>
                </a:solidFill>
              </a:defRPr>
            </a:lvl1pPr>
          </a:lstStyle>
          <a:p>
            <a:pPr rtl="0"/>
            <a:r>
              <a:rPr lang="en-GB" noProof="0"/>
              <a:t>PAGE </a:t>
            </a:r>
            <a:fld id="{4A9B5881-4007-4345-955A-79C2656F0C49}" type="slidenum">
              <a:rPr lang="en-GB" noProof="0" smtClean="0"/>
              <a:pPr/>
              <a:t>‹#›</a:t>
            </a:fld>
            <a:endParaRPr lang="en-GB" noProof="0"/>
          </a:p>
        </p:txBody>
      </p:sp>
    </p:spTree>
    <p:extLst>
      <p:ext uri="{BB962C8B-B14F-4D97-AF65-F5344CB8AC3E}">
        <p14:creationId xmlns:p14="http://schemas.microsoft.com/office/powerpoint/2010/main" val="3644986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 Horizontal 3">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660D61A-B9FD-4DFF-AC42-4069DAFE238C}"/>
              </a:ext>
            </a:extLst>
          </p:cNvPr>
          <p:cNvSpPr>
            <a:spLocks noGrp="1"/>
          </p:cNvSpPr>
          <p:nvPr>
            <p:ph type="sldNum" sz="quarter" idx="10"/>
          </p:nvPr>
        </p:nvSpPr>
        <p:spPr/>
        <p:txBody>
          <a:bodyPr rtlCol="0"/>
          <a:lstStyle/>
          <a:p>
            <a:pPr rtl="0"/>
            <a:r>
              <a:rPr lang="en-GB" noProof="0"/>
              <a:t>PAGE </a:t>
            </a:r>
            <a:fld id="{4A9B5881-4007-4345-955A-79C2656F0C49}" type="slidenum">
              <a:rPr lang="en-GB" noProof="0" smtClean="0"/>
              <a:pPr/>
              <a:t>‹#›</a:t>
            </a:fld>
            <a:endParaRPr lang="en-GB" noProof="0"/>
          </a:p>
        </p:txBody>
      </p:sp>
      <p:sp>
        <p:nvSpPr>
          <p:cNvPr id="5" name="Content Placeholder 2">
            <a:extLst>
              <a:ext uri="{FF2B5EF4-FFF2-40B4-BE49-F238E27FC236}">
                <a16:creationId xmlns:a16="http://schemas.microsoft.com/office/drawing/2014/main" id="{D68E6EF2-4B2F-4D0D-9505-CE92872972F7}"/>
              </a:ext>
            </a:extLst>
          </p:cNvPr>
          <p:cNvSpPr>
            <a:spLocks noGrp="1"/>
          </p:cNvSpPr>
          <p:nvPr>
            <p:ph idx="1"/>
          </p:nvPr>
        </p:nvSpPr>
        <p:spPr>
          <a:xfrm>
            <a:off x="4705350" y="611076"/>
            <a:ext cx="6648448" cy="5738923"/>
          </a:xfrm>
        </p:spPr>
        <p:txBody>
          <a:bodyPr lIns="108000" tIns="108000" rIns="108000" bIns="108000" rtlCol="0"/>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6" name="Title 1">
            <a:extLst>
              <a:ext uri="{FF2B5EF4-FFF2-40B4-BE49-F238E27FC236}">
                <a16:creationId xmlns:a16="http://schemas.microsoft.com/office/drawing/2014/main" id="{D91A21B9-BA54-413B-940E-027C32E4D429}"/>
              </a:ext>
            </a:extLst>
          </p:cNvPr>
          <p:cNvSpPr>
            <a:spLocks noGrp="1"/>
          </p:cNvSpPr>
          <p:nvPr>
            <p:ph type="title"/>
          </p:nvPr>
        </p:nvSpPr>
        <p:spPr>
          <a:xfrm>
            <a:off x="838200" y="611076"/>
            <a:ext cx="3440502" cy="2064769"/>
          </a:xfrm>
          <a:solidFill>
            <a:schemeClr val="accent2">
              <a:lumMod val="50000"/>
            </a:schemeClr>
          </a:solidFill>
        </p:spPr>
        <p:txBody>
          <a:bodyPr wrap="square" tIns="108000" bIns="108000" rtlCol="0" anchor="t">
            <a:spAutoFit/>
          </a:bodyPr>
          <a:lstStyle>
            <a:lvl1pPr>
              <a:lnSpc>
                <a:spcPct val="100000"/>
              </a:lnSpc>
              <a:defRPr sz="4000"/>
            </a:lvl1pPr>
          </a:lstStyle>
          <a:p>
            <a:pPr rtl="0"/>
            <a:r>
              <a:rPr lang="en-US" noProof="0"/>
              <a:t>Click to edit Master title style</a:t>
            </a:r>
            <a:endParaRPr lang="en-GB" noProof="0"/>
          </a:p>
        </p:txBody>
      </p:sp>
    </p:spTree>
    <p:extLst>
      <p:ext uri="{BB962C8B-B14F-4D97-AF65-F5344CB8AC3E}">
        <p14:creationId xmlns:p14="http://schemas.microsoft.com/office/powerpoint/2010/main" val="36100512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22BDA7-8BE9-42D5-ACF1-0F51423A206E}"/>
              </a:ext>
            </a:extLst>
          </p:cNvPr>
          <p:cNvSpPr>
            <a:spLocks noGrp="1"/>
          </p:cNvSpPr>
          <p:nvPr>
            <p:ph type="title"/>
          </p:nvPr>
        </p:nvSpPr>
        <p:spPr>
          <a:xfrm>
            <a:off x="831850" y="1709738"/>
            <a:ext cx="10515600" cy="2852737"/>
          </a:xfrm>
        </p:spPr>
        <p:txBody>
          <a:bodyPr rtlCol="0" anchor="b"/>
          <a:lstStyle>
            <a:lvl1pPr>
              <a:defRPr sz="6000"/>
            </a:lvl1pPr>
          </a:lstStyle>
          <a:p>
            <a:pPr rtl="0"/>
            <a:r>
              <a:rPr lang="en-US" noProof="0"/>
              <a:t>Click to edit Master title style</a:t>
            </a:r>
            <a:endParaRPr lang="en-GB" noProof="0"/>
          </a:p>
        </p:txBody>
      </p:sp>
      <p:sp>
        <p:nvSpPr>
          <p:cNvPr id="3" name="Text Placeholder 2">
            <a:extLst>
              <a:ext uri="{FF2B5EF4-FFF2-40B4-BE49-F238E27FC236}">
                <a16:creationId xmlns:a16="http://schemas.microsoft.com/office/drawing/2014/main" id="{71CEF73F-3CCA-4312-8E9C-2B4629DA1F66}"/>
              </a:ext>
            </a:extLst>
          </p:cNvPr>
          <p:cNvSpPr>
            <a:spLocks noGrp="1"/>
          </p:cNvSpPr>
          <p:nvPr>
            <p:ph type="body" idx="1"/>
          </p:nvPr>
        </p:nvSpPr>
        <p:spPr>
          <a:xfrm>
            <a:off x="831850" y="4589463"/>
            <a:ext cx="10515600" cy="1500187"/>
          </a:xfrm>
        </p:spPr>
        <p:txBody>
          <a:bodyPr rtlCol="0"/>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en-US" noProof="0"/>
              <a:t>Click to edit Master text styles</a:t>
            </a:r>
          </a:p>
        </p:txBody>
      </p:sp>
      <p:sp>
        <p:nvSpPr>
          <p:cNvPr id="4" name="Slide Number Placeholder 3">
            <a:extLst>
              <a:ext uri="{FF2B5EF4-FFF2-40B4-BE49-F238E27FC236}">
                <a16:creationId xmlns:a16="http://schemas.microsoft.com/office/drawing/2014/main" id="{293BF716-502C-4821-A3A0-19C2C508EED1}"/>
              </a:ext>
            </a:extLst>
          </p:cNvPr>
          <p:cNvSpPr>
            <a:spLocks noGrp="1"/>
          </p:cNvSpPr>
          <p:nvPr>
            <p:ph type="sldNum" sz="quarter" idx="10"/>
          </p:nvPr>
        </p:nvSpPr>
        <p:spPr/>
        <p:txBody>
          <a:bodyPr rtlCol="0"/>
          <a:lstStyle/>
          <a:p>
            <a:pPr rtl="0"/>
            <a:r>
              <a:rPr lang="en-GB" noProof="0"/>
              <a:t>PAGE </a:t>
            </a:r>
            <a:fld id="{4A9B5881-4007-4345-955A-79C2656F0C49}" type="slidenum">
              <a:rPr lang="en-GB" noProof="0" smtClean="0"/>
              <a:pPr/>
              <a:t>‹#›</a:t>
            </a:fld>
            <a:endParaRPr lang="en-GB" noProof="0"/>
          </a:p>
        </p:txBody>
      </p:sp>
    </p:spTree>
    <p:extLst>
      <p:ext uri="{BB962C8B-B14F-4D97-AF65-F5344CB8AC3E}">
        <p14:creationId xmlns:p14="http://schemas.microsoft.com/office/powerpoint/2010/main" val="26659831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1AB651-5612-4E6A-9B35-A555D082EC2F}"/>
              </a:ext>
            </a:extLst>
          </p:cNvPr>
          <p:cNvSpPr>
            <a:spLocks noGrp="1"/>
          </p:cNvSpPr>
          <p:nvPr>
            <p:ph type="title"/>
          </p:nvPr>
        </p:nvSpPr>
        <p:spPr/>
        <p:txBody>
          <a:bodyPr rtlCol="0"/>
          <a:lstStyle/>
          <a:p>
            <a:pPr rtl="0"/>
            <a:r>
              <a:rPr lang="en-US" noProof="0"/>
              <a:t>Click to edit Master title style</a:t>
            </a:r>
            <a:endParaRPr lang="en-GB" noProof="0"/>
          </a:p>
        </p:txBody>
      </p:sp>
      <p:sp>
        <p:nvSpPr>
          <p:cNvPr id="3" name="Content Placeholder 2">
            <a:extLst>
              <a:ext uri="{FF2B5EF4-FFF2-40B4-BE49-F238E27FC236}">
                <a16:creationId xmlns:a16="http://schemas.microsoft.com/office/drawing/2014/main" id="{881389A2-D77B-40CA-AD1E-0178AEFAD15A}"/>
              </a:ext>
            </a:extLst>
          </p:cNvPr>
          <p:cNvSpPr>
            <a:spLocks noGrp="1"/>
          </p:cNvSpPr>
          <p:nvPr>
            <p:ph sz="half" idx="1"/>
          </p:nvPr>
        </p:nvSpPr>
        <p:spPr>
          <a:xfrm>
            <a:off x="838200" y="1825625"/>
            <a:ext cx="5181600" cy="4351338"/>
          </a:xfrm>
        </p:spPr>
        <p:txBody>
          <a:bodyPr rtlCol="0">
            <a:normAutofit/>
          </a:bodyPr>
          <a:lstStyle>
            <a:lvl1pPr>
              <a:defRPr sz="2000"/>
            </a:lvl1pPr>
            <a:lvl2pPr>
              <a:defRPr sz="1800"/>
            </a:lvl2pPr>
            <a:lvl3pPr>
              <a:defRPr sz="1600"/>
            </a:lvl3pPr>
            <a:lvl4pPr>
              <a:defRPr sz="1400"/>
            </a:lvl4pPr>
            <a:lvl5pPr>
              <a:defRPr sz="1400"/>
            </a:lvl5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4" name="Content Placeholder 3">
            <a:extLst>
              <a:ext uri="{FF2B5EF4-FFF2-40B4-BE49-F238E27FC236}">
                <a16:creationId xmlns:a16="http://schemas.microsoft.com/office/drawing/2014/main" id="{A1DCA993-CBEA-48C5-BD35-50ABDFF64065}"/>
              </a:ext>
            </a:extLst>
          </p:cNvPr>
          <p:cNvSpPr>
            <a:spLocks noGrp="1"/>
          </p:cNvSpPr>
          <p:nvPr>
            <p:ph sz="half" idx="2"/>
          </p:nvPr>
        </p:nvSpPr>
        <p:spPr>
          <a:xfrm>
            <a:off x="6172200" y="1825625"/>
            <a:ext cx="5181600" cy="4351338"/>
          </a:xfrm>
        </p:spPr>
        <p:txBody>
          <a:bodyPr rtlCol="0">
            <a:normAutofit/>
          </a:bodyPr>
          <a:lstStyle>
            <a:lvl1pPr>
              <a:defRPr sz="2000"/>
            </a:lvl1pPr>
            <a:lvl2pPr>
              <a:defRPr sz="1800"/>
            </a:lvl2pPr>
            <a:lvl3pPr>
              <a:defRPr sz="1600"/>
            </a:lvl3pPr>
            <a:lvl4pPr>
              <a:defRPr sz="1400"/>
            </a:lvl4pPr>
            <a:lvl5pPr>
              <a:defRPr sz="1400"/>
            </a:lvl5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5" name="Slide Number Placeholder 4">
            <a:extLst>
              <a:ext uri="{FF2B5EF4-FFF2-40B4-BE49-F238E27FC236}">
                <a16:creationId xmlns:a16="http://schemas.microsoft.com/office/drawing/2014/main" id="{B88ED8E0-95EC-469F-9B7E-562FBDFDE6CC}"/>
              </a:ext>
            </a:extLst>
          </p:cNvPr>
          <p:cNvSpPr>
            <a:spLocks noGrp="1"/>
          </p:cNvSpPr>
          <p:nvPr>
            <p:ph type="sldNum" sz="quarter" idx="10"/>
          </p:nvPr>
        </p:nvSpPr>
        <p:spPr/>
        <p:txBody>
          <a:bodyPr rtlCol="0"/>
          <a:lstStyle/>
          <a:p>
            <a:pPr rtl="0"/>
            <a:r>
              <a:rPr lang="en-GB" noProof="0"/>
              <a:t>PAGE </a:t>
            </a:r>
            <a:fld id="{4A9B5881-4007-4345-955A-79C2656F0C49}" type="slidenum">
              <a:rPr lang="en-GB" noProof="0" smtClean="0"/>
              <a:pPr/>
              <a:t>‹#›</a:t>
            </a:fld>
            <a:endParaRPr lang="en-GB" noProof="0"/>
          </a:p>
        </p:txBody>
      </p:sp>
    </p:spTree>
    <p:extLst>
      <p:ext uri="{BB962C8B-B14F-4D97-AF65-F5344CB8AC3E}">
        <p14:creationId xmlns:p14="http://schemas.microsoft.com/office/powerpoint/2010/main" val="6463448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776F88-2A37-410D-A685-E455AF3D07B4}"/>
              </a:ext>
            </a:extLst>
          </p:cNvPr>
          <p:cNvSpPr>
            <a:spLocks noGrp="1"/>
          </p:cNvSpPr>
          <p:nvPr>
            <p:ph type="title"/>
          </p:nvPr>
        </p:nvSpPr>
        <p:spPr>
          <a:xfrm>
            <a:off x="839788" y="365125"/>
            <a:ext cx="10515600" cy="1325563"/>
          </a:xfrm>
        </p:spPr>
        <p:txBody>
          <a:bodyPr rtlCol="0"/>
          <a:lstStyle/>
          <a:p>
            <a:pPr rtl="0"/>
            <a:r>
              <a:rPr lang="en-US" noProof="0"/>
              <a:t>Click to edit Master title style</a:t>
            </a:r>
            <a:endParaRPr lang="en-GB" noProof="0"/>
          </a:p>
        </p:txBody>
      </p:sp>
      <p:sp>
        <p:nvSpPr>
          <p:cNvPr id="3" name="Text Placeholder 2">
            <a:extLst>
              <a:ext uri="{FF2B5EF4-FFF2-40B4-BE49-F238E27FC236}">
                <a16:creationId xmlns:a16="http://schemas.microsoft.com/office/drawing/2014/main" id="{6C764B46-B015-44F7-8DC0-AFB8D275E486}"/>
              </a:ext>
            </a:extLst>
          </p:cNvPr>
          <p:cNvSpPr>
            <a:spLocks noGrp="1"/>
          </p:cNvSpPr>
          <p:nvPr>
            <p:ph type="body" idx="1"/>
          </p:nvPr>
        </p:nvSpPr>
        <p:spPr>
          <a:xfrm>
            <a:off x="839788" y="1681163"/>
            <a:ext cx="5157787" cy="823912"/>
          </a:xfrm>
        </p:spPr>
        <p:txBody>
          <a:bodyPr rtlCol="0"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US" noProof="0"/>
              <a:t>Click to edit Master text styles</a:t>
            </a:r>
          </a:p>
        </p:txBody>
      </p:sp>
      <p:sp>
        <p:nvSpPr>
          <p:cNvPr id="4" name="Content Placeholder 3">
            <a:extLst>
              <a:ext uri="{FF2B5EF4-FFF2-40B4-BE49-F238E27FC236}">
                <a16:creationId xmlns:a16="http://schemas.microsoft.com/office/drawing/2014/main" id="{2D3C8232-2077-497A-9142-B787E2B03A73}"/>
              </a:ext>
            </a:extLst>
          </p:cNvPr>
          <p:cNvSpPr>
            <a:spLocks noGrp="1"/>
          </p:cNvSpPr>
          <p:nvPr>
            <p:ph sz="half" idx="2"/>
          </p:nvPr>
        </p:nvSpPr>
        <p:spPr>
          <a:xfrm>
            <a:off x="839788" y="2505075"/>
            <a:ext cx="5157787" cy="3684588"/>
          </a:xfrm>
        </p:spPr>
        <p:txBody>
          <a:bodyPr rtlCol="0">
            <a:normAutofit/>
          </a:bodyPr>
          <a:lstStyle>
            <a:lvl1pPr>
              <a:defRPr sz="2000"/>
            </a:lvl1pPr>
            <a:lvl2pPr>
              <a:defRPr sz="1800"/>
            </a:lvl2pPr>
            <a:lvl3pPr>
              <a:defRPr sz="1600"/>
            </a:lvl3pPr>
            <a:lvl4pPr>
              <a:defRPr sz="1400"/>
            </a:lvl4pPr>
            <a:lvl5pPr>
              <a:defRPr sz="1400"/>
            </a:lvl5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5" name="Text Placeholder 4">
            <a:extLst>
              <a:ext uri="{FF2B5EF4-FFF2-40B4-BE49-F238E27FC236}">
                <a16:creationId xmlns:a16="http://schemas.microsoft.com/office/drawing/2014/main" id="{AAF6077C-D913-4FD0-B6E0-6D70BEFD40E6}"/>
              </a:ext>
            </a:extLst>
          </p:cNvPr>
          <p:cNvSpPr>
            <a:spLocks noGrp="1"/>
          </p:cNvSpPr>
          <p:nvPr>
            <p:ph type="body" sz="quarter" idx="3"/>
          </p:nvPr>
        </p:nvSpPr>
        <p:spPr>
          <a:xfrm>
            <a:off x="6172200" y="1681163"/>
            <a:ext cx="5183188" cy="823912"/>
          </a:xfrm>
        </p:spPr>
        <p:txBody>
          <a:bodyPr rtlCol="0"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US" noProof="0"/>
              <a:t>Click to edit Master text styles</a:t>
            </a:r>
          </a:p>
        </p:txBody>
      </p:sp>
      <p:sp>
        <p:nvSpPr>
          <p:cNvPr id="6" name="Content Placeholder 5">
            <a:extLst>
              <a:ext uri="{FF2B5EF4-FFF2-40B4-BE49-F238E27FC236}">
                <a16:creationId xmlns:a16="http://schemas.microsoft.com/office/drawing/2014/main" id="{43905DBB-3AA9-4435-AC97-732293FDE7EF}"/>
              </a:ext>
            </a:extLst>
          </p:cNvPr>
          <p:cNvSpPr>
            <a:spLocks noGrp="1"/>
          </p:cNvSpPr>
          <p:nvPr>
            <p:ph sz="quarter" idx="4"/>
          </p:nvPr>
        </p:nvSpPr>
        <p:spPr>
          <a:xfrm>
            <a:off x="6172200" y="2505075"/>
            <a:ext cx="5183188" cy="3684588"/>
          </a:xfrm>
        </p:spPr>
        <p:txBody>
          <a:bodyPr rtlCol="0">
            <a:normAutofit/>
          </a:bodyPr>
          <a:lstStyle>
            <a:lvl1pPr>
              <a:defRPr sz="2000"/>
            </a:lvl1pPr>
            <a:lvl2pPr>
              <a:defRPr sz="1800"/>
            </a:lvl2pPr>
            <a:lvl3pPr>
              <a:defRPr sz="1600"/>
            </a:lvl3pPr>
            <a:lvl4pPr>
              <a:defRPr sz="1400"/>
            </a:lvl4pPr>
            <a:lvl5pPr>
              <a:defRPr sz="1400"/>
            </a:lvl5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7" name="Slide Number Placeholder 6">
            <a:extLst>
              <a:ext uri="{FF2B5EF4-FFF2-40B4-BE49-F238E27FC236}">
                <a16:creationId xmlns:a16="http://schemas.microsoft.com/office/drawing/2014/main" id="{1954C901-FCAF-4DFB-A621-6A969641CA73}"/>
              </a:ext>
            </a:extLst>
          </p:cNvPr>
          <p:cNvSpPr>
            <a:spLocks noGrp="1"/>
          </p:cNvSpPr>
          <p:nvPr>
            <p:ph type="sldNum" sz="quarter" idx="10"/>
          </p:nvPr>
        </p:nvSpPr>
        <p:spPr/>
        <p:txBody>
          <a:bodyPr rtlCol="0"/>
          <a:lstStyle/>
          <a:p>
            <a:pPr rtl="0"/>
            <a:r>
              <a:rPr lang="en-GB" noProof="0"/>
              <a:t>PAGE </a:t>
            </a:r>
            <a:fld id="{4A9B5881-4007-4345-955A-79C2656F0C49}" type="slidenum">
              <a:rPr lang="en-GB" noProof="0" smtClean="0"/>
              <a:pPr/>
              <a:t>‹#›</a:t>
            </a:fld>
            <a:endParaRPr lang="en-GB" noProof="0"/>
          </a:p>
        </p:txBody>
      </p:sp>
    </p:spTree>
    <p:extLst>
      <p:ext uri="{BB962C8B-B14F-4D97-AF65-F5344CB8AC3E}">
        <p14:creationId xmlns:p14="http://schemas.microsoft.com/office/powerpoint/2010/main" val="22921455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AF2623-2255-4BBA-9577-B3A3FD2AE8E8}"/>
              </a:ext>
            </a:extLst>
          </p:cNvPr>
          <p:cNvSpPr>
            <a:spLocks noGrp="1"/>
          </p:cNvSpPr>
          <p:nvPr>
            <p:ph type="title"/>
          </p:nvPr>
        </p:nvSpPr>
        <p:spPr/>
        <p:txBody>
          <a:bodyPr rtlCol="0"/>
          <a:lstStyle/>
          <a:p>
            <a:pPr rtl="0"/>
            <a:r>
              <a:rPr lang="en-US" noProof="0"/>
              <a:t>Click to edit Master title style</a:t>
            </a:r>
            <a:endParaRPr lang="en-GB" noProof="0"/>
          </a:p>
        </p:txBody>
      </p:sp>
      <p:sp>
        <p:nvSpPr>
          <p:cNvPr id="3" name="Slide Number Placeholder 2">
            <a:extLst>
              <a:ext uri="{FF2B5EF4-FFF2-40B4-BE49-F238E27FC236}">
                <a16:creationId xmlns:a16="http://schemas.microsoft.com/office/drawing/2014/main" id="{5259F0F0-5E7C-4FC9-8E90-6ADCD7A714B6}"/>
              </a:ext>
            </a:extLst>
          </p:cNvPr>
          <p:cNvSpPr>
            <a:spLocks noGrp="1"/>
          </p:cNvSpPr>
          <p:nvPr>
            <p:ph type="sldNum" sz="quarter" idx="10"/>
          </p:nvPr>
        </p:nvSpPr>
        <p:spPr/>
        <p:txBody>
          <a:bodyPr rtlCol="0"/>
          <a:lstStyle/>
          <a:p>
            <a:pPr rtl="0"/>
            <a:r>
              <a:rPr lang="en-GB" noProof="0"/>
              <a:t>PAGE </a:t>
            </a:r>
            <a:fld id="{4A9B5881-4007-4345-955A-79C2656F0C49}" type="slidenum">
              <a:rPr lang="en-GB" noProof="0" smtClean="0"/>
              <a:pPr/>
              <a:t>‹#›</a:t>
            </a:fld>
            <a:endParaRPr lang="en-GB" noProof="0"/>
          </a:p>
        </p:txBody>
      </p:sp>
    </p:spTree>
    <p:extLst>
      <p:ext uri="{BB962C8B-B14F-4D97-AF65-F5344CB8AC3E}">
        <p14:creationId xmlns:p14="http://schemas.microsoft.com/office/powerpoint/2010/main" val="31055322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A9D3FFB-BE14-4D90-A515-10EDD1BEE6F1}"/>
              </a:ext>
            </a:extLst>
          </p:cNvPr>
          <p:cNvSpPr>
            <a:spLocks noGrp="1"/>
          </p:cNvSpPr>
          <p:nvPr>
            <p:ph type="sldNum" sz="quarter" idx="10"/>
          </p:nvPr>
        </p:nvSpPr>
        <p:spPr/>
        <p:txBody>
          <a:bodyPr rtlCol="0"/>
          <a:lstStyle/>
          <a:p>
            <a:pPr rtl="0"/>
            <a:r>
              <a:rPr lang="en-GB" noProof="0"/>
              <a:t>PAGE </a:t>
            </a:r>
            <a:fld id="{4A9B5881-4007-4345-955A-79C2656F0C49}" type="slidenum">
              <a:rPr lang="en-GB" noProof="0" smtClean="0"/>
              <a:pPr/>
              <a:t>‹#›</a:t>
            </a:fld>
            <a:endParaRPr lang="en-GB" noProof="0"/>
          </a:p>
        </p:txBody>
      </p:sp>
    </p:spTree>
    <p:extLst>
      <p:ext uri="{BB962C8B-B14F-4D97-AF65-F5344CB8AC3E}">
        <p14:creationId xmlns:p14="http://schemas.microsoft.com/office/powerpoint/2010/main" val="362767397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451E51-BE82-4B1B-9CB6-89C26464DBE2}"/>
              </a:ext>
            </a:extLst>
          </p:cNvPr>
          <p:cNvSpPr>
            <a:spLocks noGrp="1"/>
          </p:cNvSpPr>
          <p:nvPr>
            <p:ph type="title"/>
          </p:nvPr>
        </p:nvSpPr>
        <p:spPr>
          <a:xfrm>
            <a:off x="839788" y="457200"/>
            <a:ext cx="3932237" cy="1600200"/>
          </a:xfrm>
        </p:spPr>
        <p:txBody>
          <a:bodyPr rtlCol="0" anchor="b"/>
          <a:lstStyle>
            <a:lvl1pPr>
              <a:defRPr sz="3200"/>
            </a:lvl1pPr>
          </a:lstStyle>
          <a:p>
            <a:pPr rtl="0"/>
            <a:r>
              <a:rPr lang="en-US" noProof="0"/>
              <a:t>Click to edit Master title style</a:t>
            </a:r>
            <a:endParaRPr lang="en-GB" noProof="0"/>
          </a:p>
        </p:txBody>
      </p:sp>
      <p:sp>
        <p:nvSpPr>
          <p:cNvPr id="3" name="Content Placeholder 2">
            <a:extLst>
              <a:ext uri="{FF2B5EF4-FFF2-40B4-BE49-F238E27FC236}">
                <a16:creationId xmlns:a16="http://schemas.microsoft.com/office/drawing/2014/main" id="{04CCBF8C-3CF7-47E6-9AB0-15584178B449}"/>
              </a:ext>
            </a:extLst>
          </p:cNvPr>
          <p:cNvSpPr>
            <a:spLocks noGrp="1"/>
          </p:cNvSpPr>
          <p:nvPr>
            <p:ph idx="1"/>
          </p:nvPr>
        </p:nvSpPr>
        <p:spPr>
          <a:xfrm>
            <a:off x="5183188" y="987425"/>
            <a:ext cx="6172200" cy="4873625"/>
          </a:xfrm>
        </p:spPr>
        <p:txBody>
          <a:bodyPr rtlCol="0"/>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4" name="Text Placeholder 3">
            <a:extLst>
              <a:ext uri="{FF2B5EF4-FFF2-40B4-BE49-F238E27FC236}">
                <a16:creationId xmlns:a16="http://schemas.microsoft.com/office/drawing/2014/main" id="{3D07DA3C-0298-45CF-AFC3-41031C0763E3}"/>
              </a:ext>
            </a:extLst>
          </p:cNvPr>
          <p:cNvSpPr>
            <a:spLocks noGrp="1"/>
          </p:cNvSpPr>
          <p:nvPr>
            <p:ph type="body" sz="half" idx="2"/>
          </p:nvPr>
        </p:nvSpPr>
        <p:spPr>
          <a:xfrm>
            <a:off x="839788" y="2057400"/>
            <a:ext cx="3932237" cy="3811588"/>
          </a:xfrm>
        </p:spPr>
        <p:txBody>
          <a:bodyPr rtlCol="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en-US" noProof="0"/>
              <a:t>Click to edit Master text styles</a:t>
            </a:r>
          </a:p>
        </p:txBody>
      </p:sp>
      <p:sp>
        <p:nvSpPr>
          <p:cNvPr id="5" name="Slide Number Placeholder 4">
            <a:extLst>
              <a:ext uri="{FF2B5EF4-FFF2-40B4-BE49-F238E27FC236}">
                <a16:creationId xmlns:a16="http://schemas.microsoft.com/office/drawing/2014/main" id="{F7C4FF87-D01E-416B-9EF8-E107C4EDDC42}"/>
              </a:ext>
            </a:extLst>
          </p:cNvPr>
          <p:cNvSpPr>
            <a:spLocks noGrp="1"/>
          </p:cNvSpPr>
          <p:nvPr>
            <p:ph type="sldNum" sz="quarter" idx="10"/>
          </p:nvPr>
        </p:nvSpPr>
        <p:spPr/>
        <p:txBody>
          <a:bodyPr rtlCol="0"/>
          <a:lstStyle/>
          <a:p>
            <a:pPr rtl="0"/>
            <a:r>
              <a:rPr lang="en-GB" noProof="0"/>
              <a:t>PAGE </a:t>
            </a:r>
            <a:fld id="{4A9B5881-4007-4345-955A-79C2656F0C49}" type="slidenum">
              <a:rPr lang="en-GB" noProof="0" smtClean="0"/>
              <a:pPr/>
              <a:t>‹#›</a:t>
            </a:fld>
            <a:endParaRPr lang="en-GB" noProof="0"/>
          </a:p>
        </p:txBody>
      </p:sp>
    </p:spTree>
    <p:extLst>
      <p:ext uri="{BB962C8B-B14F-4D97-AF65-F5344CB8AC3E}">
        <p14:creationId xmlns:p14="http://schemas.microsoft.com/office/powerpoint/2010/main" val="3985334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5_Title and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4C5F727-FA73-47F4-8647-79441AA996E3}"/>
              </a:ext>
            </a:extLst>
          </p:cNvPr>
          <p:cNvSpPr/>
          <p:nvPr userDrawn="1"/>
        </p:nvSpPr>
        <p:spPr>
          <a:xfrm>
            <a:off x="0" y="0"/>
            <a:ext cx="12192000" cy="6381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1" name="Rectangle 10">
            <a:extLst>
              <a:ext uri="{FF2B5EF4-FFF2-40B4-BE49-F238E27FC236}">
                <a16:creationId xmlns:a16="http://schemas.microsoft.com/office/drawing/2014/main" id="{0E4979D5-6F1E-40A2-9A8E-8C5AE1AA3B62}"/>
              </a:ext>
            </a:extLst>
          </p:cNvPr>
          <p:cNvSpPr/>
          <p:nvPr userDrawn="1"/>
        </p:nvSpPr>
        <p:spPr>
          <a:xfrm>
            <a:off x="0" y="0"/>
            <a:ext cx="513805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 name="Title 1">
            <a:extLst>
              <a:ext uri="{FF2B5EF4-FFF2-40B4-BE49-F238E27FC236}">
                <a16:creationId xmlns:a16="http://schemas.microsoft.com/office/drawing/2014/main" id="{E94FD2F3-3119-48E2-B464-A93E23C5A607}"/>
              </a:ext>
            </a:extLst>
          </p:cNvPr>
          <p:cNvSpPr>
            <a:spLocks noGrp="1"/>
          </p:cNvSpPr>
          <p:nvPr>
            <p:ph type="title"/>
          </p:nvPr>
        </p:nvSpPr>
        <p:spPr>
          <a:xfrm>
            <a:off x="6619197" y="1296176"/>
            <a:ext cx="5272764" cy="1551573"/>
          </a:xfrm>
        </p:spPr>
        <p:txBody>
          <a:bodyPr rtlCol="0" anchor="b">
            <a:noAutofit/>
          </a:bodyPr>
          <a:lstStyle>
            <a:lvl1pPr>
              <a:defRPr sz="4000"/>
            </a:lvl1pPr>
          </a:lstStyle>
          <a:p>
            <a:pPr rtl="0"/>
            <a:r>
              <a:rPr lang="en-US" noProof="0"/>
              <a:t>Click to edit Master title style</a:t>
            </a:r>
            <a:endParaRPr lang="en-GB" noProof="0"/>
          </a:p>
        </p:txBody>
      </p:sp>
      <p:sp>
        <p:nvSpPr>
          <p:cNvPr id="3" name="Content Placeholder 2">
            <a:extLst>
              <a:ext uri="{FF2B5EF4-FFF2-40B4-BE49-F238E27FC236}">
                <a16:creationId xmlns:a16="http://schemas.microsoft.com/office/drawing/2014/main" id="{FCE87C6E-3441-429B-A81D-87F8344C068B}"/>
              </a:ext>
            </a:extLst>
          </p:cNvPr>
          <p:cNvSpPr>
            <a:spLocks noGrp="1"/>
          </p:cNvSpPr>
          <p:nvPr>
            <p:ph idx="1"/>
          </p:nvPr>
        </p:nvSpPr>
        <p:spPr>
          <a:xfrm>
            <a:off x="6619198" y="3073967"/>
            <a:ext cx="5272764" cy="2557463"/>
          </a:xfrm>
        </p:spPr>
        <p:txBody>
          <a:bodyPr rtlCol="0">
            <a:normAutofit/>
          </a:bodyPr>
          <a:lstStyle>
            <a:lvl1pPr>
              <a:defRPr sz="2000"/>
            </a:lvl1pPr>
            <a:lvl2pPr>
              <a:defRPr sz="1800"/>
            </a:lvl2pPr>
            <a:lvl3pPr>
              <a:defRPr sz="1600"/>
            </a:lvl3pPr>
            <a:lvl4pPr>
              <a:defRPr sz="1400"/>
            </a:lvl4pPr>
            <a:lvl5pPr>
              <a:defRPr sz="1400"/>
            </a:lvl5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6" name="Slide Number Placeholder 5">
            <a:extLst>
              <a:ext uri="{FF2B5EF4-FFF2-40B4-BE49-F238E27FC236}">
                <a16:creationId xmlns:a16="http://schemas.microsoft.com/office/drawing/2014/main" id="{FC8ECDD1-1369-42FD-BD19-6797742A154C}"/>
              </a:ext>
            </a:extLst>
          </p:cNvPr>
          <p:cNvSpPr>
            <a:spLocks noGrp="1"/>
          </p:cNvSpPr>
          <p:nvPr>
            <p:ph type="sldNum" sz="quarter" idx="12"/>
          </p:nvPr>
        </p:nvSpPr>
        <p:spPr/>
        <p:txBody>
          <a:bodyPr rtlCol="0"/>
          <a:lstStyle/>
          <a:p>
            <a:pPr rtl="0"/>
            <a:fld id="{03DC2DEF-D2FE-4B45-ABA4-9F153FD1C98A}" type="slidenum">
              <a:rPr lang="en-GB" noProof="0" smtClean="0"/>
              <a:t>‹#›</a:t>
            </a:fld>
            <a:endParaRPr lang="en-GB" noProof="0"/>
          </a:p>
        </p:txBody>
      </p:sp>
      <p:sp>
        <p:nvSpPr>
          <p:cNvPr id="13" name="Picture Placeholder 6">
            <a:extLst>
              <a:ext uri="{FF2B5EF4-FFF2-40B4-BE49-F238E27FC236}">
                <a16:creationId xmlns:a16="http://schemas.microsoft.com/office/drawing/2014/main" id="{9303FD92-1AC4-4708-B13E-C97E00210D2E}"/>
              </a:ext>
            </a:extLst>
          </p:cNvPr>
          <p:cNvSpPr>
            <a:spLocks noGrp="1"/>
          </p:cNvSpPr>
          <p:nvPr>
            <p:ph type="pic" sz="quarter" idx="13"/>
          </p:nvPr>
        </p:nvSpPr>
        <p:spPr>
          <a:xfrm>
            <a:off x="1117601" y="1016000"/>
            <a:ext cx="5138058" cy="4978400"/>
          </a:xfrm>
          <a:solidFill>
            <a:schemeClr val="bg1">
              <a:lumMod val="95000"/>
            </a:schemeClr>
          </a:solidFill>
        </p:spPr>
        <p:txBody>
          <a:bodyPr vert="horz" lIns="91440" tIns="45720" rIns="91440" bIns="45720" rtlCol="0">
            <a:normAutofit/>
          </a:bodyPr>
          <a:lstStyle>
            <a:lvl1pPr>
              <a:defRPr lang="en-US" sz="1800"/>
            </a:lvl1pPr>
          </a:lstStyle>
          <a:p>
            <a:pPr marL="0" lvl="0" indent="0" algn="ctr" rtl="0">
              <a:buNone/>
            </a:pPr>
            <a:r>
              <a:rPr lang="en-US" noProof="0"/>
              <a:t>Click icon to add picture</a:t>
            </a:r>
            <a:endParaRPr lang="en-GB" noProof="0"/>
          </a:p>
        </p:txBody>
      </p:sp>
      <p:sp>
        <p:nvSpPr>
          <p:cNvPr id="4" name="Rectangle 3">
            <a:extLst>
              <a:ext uri="{FF2B5EF4-FFF2-40B4-BE49-F238E27FC236}">
                <a16:creationId xmlns:a16="http://schemas.microsoft.com/office/drawing/2014/main" id="{7306EB3B-6A54-45E7-B23D-F9515CC15D12}"/>
              </a:ext>
            </a:extLst>
          </p:cNvPr>
          <p:cNvSpPr/>
          <p:nvPr userDrawn="1"/>
        </p:nvSpPr>
        <p:spPr>
          <a:xfrm>
            <a:off x="0" y="5994400"/>
            <a:ext cx="4093029" cy="8636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9" name="Rectangle 8">
            <a:extLst>
              <a:ext uri="{FF2B5EF4-FFF2-40B4-BE49-F238E27FC236}">
                <a16:creationId xmlns:a16="http://schemas.microsoft.com/office/drawing/2014/main" id="{7E110354-15BA-4B22-B7CF-3D5BFA5C722D}"/>
              </a:ext>
            </a:extLst>
          </p:cNvPr>
          <p:cNvSpPr/>
          <p:nvPr userDrawn="1"/>
        </p:nvSpPr>
        <p:spPr>
          <a:xfrm>
            <a:off x="2162630" y="873210"/>
            <a:ext cx="4093029" cy="138576"/>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Tree>
    <p:extLst>
      <p:ext uri="{BB962C8B-B14F-4D97-AF65-F5344CB8AC3E}">
        <p14:creationId xmlns:p14="http://schemas.microsoft.com/office/powerpoint/2010/main" val="13453167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lumMod val="95000"/>
            <a:lumOff val="5000"/>
          </a:schemeClr>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48E4AFE-E166-4B84-B0C8-9205038D8033}"/>
              </a:ext>
            </a:extLst>
          </p:cNvPr>
          <p:cNvPicPr>
            <a:picLocks noChangeAspect="1"/>
          </p:cNvPicPr>
          <p:nvPr userDrawn="1"/>
        </p:nvPicPr>
        <p:blipFill>
          <a:blip r:embed="rId17" cstate="screen">
            <a:extLst>
              <a:ext uri="{28A0092B-C50C-407E-A947-70E740481C1C}">
                <a14:useLocalDpi xmlns:a14="http://schemas.microsoft.com/office/drawing/2010/main"/>
              </a:ext>
            </a:extLst>
          </a:blip>
          <a:stretch>
            <a:fillRect/>
          </a:stretch>
        </p:blipFill>
        <p:spPr>
          <a:xfrm flipV="1">
            <a:off x="0" y="0"/>
            <a:ext cx="12192000" cy="6858000"/>
          </a:xfrm>
          <a:prstGeom prst="rect">
            <a:avLst/>
          </a:prstGeom>
        </p:spPr>
      </p:pic>
      <p:sp>
        <p:nvSpPr>
          <p:cNvPr id="2" name="Title Placeholder 1">
            <a:extLst>
              <a:ext uri="{FF2B5EF4-FFF2-40B4-BE49-F238E27FC236}">
                <a16:creationId xmlns:a16="http://schemas.microsoft.com/office/drawing/2014/main" id="{6C617517-B672-49BA-AC6E-AB66D0639A5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pPr rtl="0"/>
            <a:r>
              <a:rPr lang="en-US" noProof="0"/>
              <a:t>Click to edit Master title style</a:t>
            </a:r>
            <a:endParaRPr lang="en-GB" noProof="0"/>
          </a:p>
        </p:txBody>
      </p:sp>
      <p:sp>
        <p:nvSpPr>
          <p:cNvPr id="3" name="Text Placeholder 2">
            <a:extLst>
              <a:ext uri="{FF2B5EF4-FFF2-40B4-BE49-F238E27FC236}">
                <a16:creationId xmlns:a16="http://schemas.microsoft.com/office/drawing/2014/main" id="{6EC92C27-7843-4B22-9200-B7304E6AE4CD}"/>
              </a:ext>
            </a:extLst>
          </p:cNvPr>
          <p:cNvSpPr>
            <a:spLocks noGrp="1"/>
          </p:cNvSpPr>
          <p:nvPr>
            <p:ph type="body" idx="1"/>
          </p:nvPr>
        </p:nvSpPr>
        <p:spPr>
          <a:xfrm>
            <a:off x="838200" y="1825625"/>
            <a:ext cx="10515598" cy="4351338"/>
          </a:xfrm>
          <a:prstGeom prst="rect">
            <a:avLst/>
          </a:prstGeom>
        </p:spPr>
        <p:txBody>
          <a:bodyPr vert="horz" lIns="91440" tIns="45720" rIns="91440" bIns="45720" rtlCol="0">
            <a:normAutofit/>
          </a:body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6" name="Slide Number Placeholder 5">
            <a:extLst>
              <a:ext uri="{FF2B5EF4-FFF2-40B4-BE49-F238E27FC236}">
                <a16:creationId xmlns:a16="http://schemas.microsoft.com/office/drawing/2014/main" id="{52DB4F10-F75B-41A8-B994-BFF68949E59A}"/>
              </a:ext>
            </a:extLst>
          </p:cNvPr>
          <p:cNvSpPr>
            <a:spLocks noGrp="1"/>
          </p:cNvSpPr>
          <p:nvPr>
            <p:ph type="sldNum" sz="quarter" idx="4"/>
          </p:nvPr>
        </p:nvSpPr>
        <p:spPr>
          <a:xfrm>
            <a:off x="11353800" y="6361475"/>
            <a:ext cx="838200" cy="360000"/>
          </a:xfrm>
          <a:prstGeom prst="rect">
            <a:avLst/>
          </a:prstGeom>
          <a:solidFill>
            <a:schemeClr val="tx1">
              <a:lumMod val="85000"/>
              <a:lumOff val="15000"/>
            </a:schemeClr>
          </a:solidFill>
        </p:spPr>
        <p:txBody>
          <a:bodyPr vert="horz" lIns="91440" tIns="45720" rIns="91440" bIns="45720" rtlCol="0" anchor="ctr"/>
          <a:lstStyle>
            <a:lvl1pPr algn="ctr">
              <a:defRPr sz="1200">
                <a:solidFill>
                  <a:schemeClr val="bg1"/>
                </a:solidFill>
              </a:defRPr>
            </a:lvl1pPr>
          </a:lstStyle>
          <a:p>
            <a:pPr rtl="0"/>
            <a:r>
              <a:rPr lang="en-GB" noProof="0"/>
              <a:t>PAGE </a:t>
            </a:r>
            <a:fld id="{4A9B5881-4007-4345-955A-79C2656F0C49}" type="slidenum">
              <a:rPr lang="en-GB" noProof="0" smtClean="0"/>
              <a:pPr/>
              <a:t>‹#›</a:t>
            </a:fld>
            <a:endParaRPr lang="en-GB" noProof="0"/>
          </a:p>
        </p:txBody>
      </p:sp>
      <p:sp>
        <p:nvSpPr>
          <p:cNvPr id="7" name="Rectangle 6">
            <a:extLst>
              <a:ext uri="{FF2B5EF4-FFF2-40B4-BE49-F238E27FC236}">
                <a16:creationId xmlns:a16="http://schemas.microsoft.com/office/drawing/2014/main" id="{512D21E2-8DEB-4F43-A26E-B8DA900A9230}"/>
              </a:ext>
            </a:extLst>
          </p:cNvPr>
          <p:cNvSpPr/>
          <p:nvPr userDrawn="1"/>
        </p:nvSpPr>
        <p:spPr>
          <a:xfrm>
            <a:off x="0" y="6721475"/>
            <a:ext cx="12192000" cy="136525"/>
          </a:xfrm>
          <a:prstGeom prst="rect">
            <a:avLst/>
          </a:prstGeom>
          <a:gradFill>
            <a:gsLst>
              <a:gs pos="0">
                <a:schemeClr val="accent2"/>
              </a:gs>
              <a:gs pos="100000">
                <a:schemeClr val="tx1">
                  <a:lumMod val="75000"/>
                  <a:lumOff val="2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8" name="Rectangle 7">
            <a:extLst>
              <a:ext uri="{FF2B5EF4-FFF2-40B4-BE49-F238E27FC236}">
                <a16:creationId xmlns:a16="http://schemas.microsoft.com/office/drawing/2014/main" id="{35CD3143-7FD1-40EA-AA4A-47C72380AEC2}"/>
              </a:ext>
            </a:extLst>
          </p:cNvPr>
          <p:cNvSpPr/>
          <p:nvPr userDrawn="1"/>
        </p:nvSpPr>
        <p:spPr>
          <a:xfrm>
            <a:off x="11353798" y="6721474"/>
            <a:ext cx="838201" cy="1365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Tree>
    <p:extLst>
      <p:ext uri="{BB962C8B-B14F-4D97-AF65-F5344CB8AC3E}">
        <p14:creationId xmlns:p14="http://schemas.microsoft.com/office/powerpoint/2010/main" val="3853920126"/>
      </p:ext>
    </p:extLst>
  </p:cSld>
  <p:clrMap bg1="lt1" tx1="dk1" bg2="lt2" tx2="dk2" accent1="accent1" accent2="accent2" accent3="accent3" accent4="accent4" accent5="accent5" accent6="accent6" hlink="hlink" folHlink="folHlink"/>
  <p:sldLayoutIdLst>
    <p:sldLayoutId id="2147483661" r:id="rId1"/>
    <p:sldLayoutId id="2147483659" r:id="rId2"/>
    <p:sldLayoutId id="2147483660" r:id="rId3"/>
    <p:sldLayoutId id="2147483665" r:id="rId4"/>
    <p:sldLayoutId id="2147483666" r:id="rId5"/>
    <p:sldLayoutId id="2147483650" r:id="rId6"/>
    <p:sldLayoutId id="2147483663" r:id="rId7"/>
    <p:sldLayoutId id="2147483664" r:id="rId8"/>
    <p:sldLayoutId id="2147483651" r:id="rId9"/>
    <p:sldLayoutId id="2147483652" r:id="rId10"/>
    <p:sldLayoutId id="2147483653" r:id="rId11"/>
    <p:sldLayoutId id="2147483654" r:id="rId12"/>
    <p:sldLayoutId id="2147483655" r:id="rId13"/>
    <p:sldLayoutId id="2147483656" r:id="rId14"/>
    <p:sldLayoutId id="2147483669" r:id="rId15"/>
  </p:sldLayoutIdLst>
  <p:hf hdr="0" ftr="0" dt="0"/>
  <p:txStyles>
    <p:titleStyle>
      <a:lvl1pPr algn="l" defTabSz="914400" rtl="0" eaLnBrk="1" latinLnBrk="0" hangingPunct="1">
        <a:lnSpc>
          <a:spcPct val="90000"/>
        </a:lnSpc>
        <a:spcBef>
          <a:spcPct val="0"/>
        </a:spcBef>
        <a:buNone/>
        <a:defRPr sz="44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2"/>
        </a:buClr>
        <a:buFont typeface="Wingdings" panose="05000000000000000000" pitchFamily="2" charset="2"/>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Wingdings" panose="05000000000000000000" pitchFamily="2" charset="2"/>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Wingdings" panose="05000000000000000000" pitchFamily="2" charset="2"/>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Wingdings" panose="05000000000000000000" pitchFamily="2" charset="2"/>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8.xml"/><Relationship Id="rId1" Type="http://schemas.openxmlformats.org/officeDocument/2006/relationships/slideLayout" Target="../slideLayouts/slideLayout6.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tx2"/>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10C5037-DA4A-44E2-A9FB-84B1498768A7}"/>
              </a:ext>
            </a:extLst>
          </p:cNvPr>
          <p:cNvSpPr>
            <a:spLocks noGrp="1"/>
          </p:cNvSpPr>
          <p:nvPr>
            <p:ph type="title"/>
          </p:nvPr>
        </p:nvSpPr>
        <p:spPr/>
        <p:txBody>
          <a:bodyPr rtlCol="0"/>
          <a:lstStyle/>
          <a:p>
            <a:pPr rtl="0"/>
            <a:r>
              <a:rPr lang="en-GB" b="1" dirty="0">
                <a:latin typeface="Abadi" panose="020F0502020204030204" pitchFamily="34" charset="0"/>
              </a:rPr>
              <a:t>IOT Workshop</a:t>
            </a:r>
            <a:br>
              <a:rPr lang="en-GB" b="1" dirty="0">
                <a:latin typeface="Abadi" panose="020F0502020204030204" pitchFamily="34" charset="0"/>
              </a:rPr>
            </a:br>
            <a:r>
              <a:rPr lang="en-GB" b="1" dirty="0">
                <a:latin typeface="Abadi" panose="020F0502020204030204" pitchFamily="34" charset="0"/>
              </a:rPr>
              <a:t>Day-3</a:t>
            </a:r>
          </a:p>
        </p:txBody>
      </p:sp>
      <p:pic>
        <p:nvPicPr>
          <p:cNvPr id="29" name="Picture Placeholder 28">
            <a:extLst>
              <a:ext uri="{FF2B5EF4-FFF2-40B4-BE49-F238E27FC236}">
                <a16:creationId xmlns:a16="http://schemas.microsoft.com/office/drawing/2014/main" id="{AE2FE2E9-1D1E-404B-A659-DD19B5D66B5B}"/>
              </a:ext>
            </a:extLst>
          </p:cNvPr>
          <p:cNvPicPr>
            <a:picLocks noGrp="1" noChangeAspect="1"/>
          </p:cNvPicPr>
          <p:nvPr>
            <p:ph type="pic" idx="1"/>
          </p:nvPr>
        </p:nvPicPr>
        <p:blipFill>
          <a:blip r:embed="rId3"/>
          <a:srcRect/>
          <a:stretch/>
        </p:blipFill>
        <p:spPr/>
      </p:pic>
      <p:sp>
        <p:nvSpPr>
          <p:cNvPr id="6" name="Text Placeholder 5">
            <a:extLst>
              <a:ext uri="{FF2B5EF4-FFF2-40B4-BE49-F238E27FC236}">
                <a16:creationId xmlns:a16="http://schemas.microsoft.com/office/drawing/2014/main" id="{1397C2DB-90F2-4971-AC44-7CDDF5A3B552}"/>
              </a:ext>
            </a:extLst>
          </p:cNvPr>
          <p:cNvSpPr>
            <a:spLocks noGrp="1"/>
          </p:cNvSpPr>
          <p:nvPr>
            <p:ph type="body" sz="half" idx="2"/>
          </p:nvPr>
        </p:nvSpPr>
        <p:spPr/>
        <p:txBody>
          <a:bodyPr rtlCol="0"/>
          <a:lstStyle/>
          <a:p>
            <a:pPr rtl="0"/>
            <a:r>
              <a:rPr lang="en-GB" dirty="0"/>
              <a:t>Organised by KURC in association with KUCC</a:t>
            </a:r>
          </a:p>
        </p:txBody>
      </p:sp>
      <p:sp>
        <p:nvSpPr>
          <p:cNvPr id="15" name="Slide Number Placeholder 14">
            <a:extLst>
              <a:ext uri="{FF2B5EF4-FFF2-40B4-BE49-F238E27FC236}">
                <a16:creationId xmlns:a16="http://schemas.microsoft.com/office/drawing/2014/main" id="{26F5C050-EB87-421A-8A5C-E6CB30102699}"/>
              </a:ext>
            </a:extLst>
          </p:cNvPr>
          <p:cNvSpPr>
            <a:spLocks noGrp="1"/>
          </p:cNvSpPr>
          <p:nvPr>
            <p:ph type="sldNum" sz="quarter" idx="10"/>
          </p:nvPr>
        </p:nvSpPr>
        <p:spPr/>
        <p:txBody>
          <a:bodyPr rtlCol="0"/>
          <a:lstStyle/>
          <a:p>
            <a:pPr rtl="0"/>
            <a:r>
              <a:rPr lang="en-GB"/>
              <a:t>PAGE </a:t>
            </a:r>
            <a:fld id="{4A9B5881-4007-4345-955A-79C2656F0C49}" type="slidenum">
              <a:rPr lang="en-GB" smtClean="0"/>
              <a:pPr/>
              <a:t>1</a:t>
            </a:fld>
            <a:endParaRPr lang="en-GB"/>
          </a:p>
        </p:txBody>
      </p:sp>
    </p:spTree>
    <p:extLst>
      <p:ext uri="{BB962C8B-B14F-4D97-AF65-F5344CB8AC3E}">
        <p14:creationId xmlns:p14="http://schemas.microsoft.com/office/powerpoint/2010/main" val="11362502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8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58AE6-56F6-44E8-8BBF-23277B1773E4}"/>
              </a:ext>
            </a:extLst>
          </p:cNvPr>
          <p:cNvSpPr>
            <a:spLocks noGrp="1"/>
          </p:cNvSpPr>
          <p:nvPr>
            <p:ph type="title"/>
          </p:nvPr>
        </p:nvSpPr>
        <p:spPr>
          <a:solidFill>
            <a:schemeClr val="tx2"/>
          </a:solidFill>
        </p:spPr>
        <p:txBody>
          <a:bodyPr rtlCol="0"/>
          <a:lstStyle/>
          <a:p>
            <a:pPr algn="r" rtl="0"/>
            <a:r>
              <a:rPr lang="en-GB" sz="7200" b="1" dirty="0">
                <a:solidFill>
                  <a:schemeClr val="bg1"/>
                </a:solidFill>
              </a:rPr>
              <a:t>Course Outline</a:t>
            </a:r>
          </a:p>
        </p:txBody>
      </p:sp>
      <p:graphicFrame>
        <p:nvGraphicFramePr>
          <p:cNvPr id="10" name="Content Placeholder 2" descr="List Content Placeholder">
            <a:extLst>
              <a:ext uri="{FF2B5EF4-FFF2-40B4-BE49-F238E27FC236}">
                <a16:creationId xmlns:a16="http://schemas.microsoft.com/office/drawing/2014/main" id="{4DBF5C5D-E8C1-4EFB-87B6-B4245AB407AE}"/>
              </a:ext>
            </a:extLst>
          </p:cNvPr>
          <p:cNvGraphicFramePr>
            <a:graphicFrameLocks noGrp="1"/>
          </p:cNvGraphicFramePr>
          <p:nvPr>
            <p:ph idx="1"/>
            <p:extLst>
              <p:ext uri="{D42A27DB-BD31-4B8C-83A1-F6EECF244321}">
                <p14:modId xmlns:p14="http://schemas.microsoft.com/office/powerpoint/2010/main" val="2492197175"/>
              </p:ext>
            </p:extLst>
          </p:nvPr>
        </p:nvGraphicFramePr>
        <p:xfrm>
          <a:off x="4562476" y="365125"/>
          <a:ext cx="6791323" cy="59848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0" name="Slide Number Placeholder 19">
            <a:extLst>
              <a:ext uri="{FF2B5EF4-FFF2-40B4-BE49-F238E27FC236}">
                <a16:creationId xmlns:a16="http://schemas.microsoft.com/office/drawing/2014/main" id="{3AEC0301-E9AA-4478-9E23-C372DBDCE653}"/>
              </a:ext>
            </a:extLst>
          </p:cNvPr>
          <p:cNvSpPr>
            <a:spLocks noGrp="1"/>
          </p:cNvSpPr>
          <p:nvPr>
            <p:ph type="sldNum" sz="quarter" idx="10"/>
          </p:nvPr>
        </p:nvSpPr>
        <p:spPr/>
        <p:txBody>
          <a:bodyPr rtlCol="0"/>
          <a:lstStyle/>
          <a:p>
            <a:pPr rtl="0"/>
            <a:r>
              <a:rPr lang="en-GB"/>
              <a:t>PAGE </a:t>
            </a:r>
            <a:fld id="{4A9B5881-4007-4345-955A-79C2656F0C49}" type="slidenum">
              <a:rPr lang="en-GB" smtClean="0"/>
              <a:pPr/>
              <a:t>2</a:t>
            </a:fld>
            <a:endParaRPr lang="en-GB" dirty="0"/>
          </a:p>
        </p:txBody>
      </p:sp>
    </p:spTree>
    <p:extLst>
      <p:ext uri="{BB962C8B-B14F-4D97-AF65-F5344CB8AC3E}">
        <p14:creationId xmlns:p14="http://schemas.microsoft.com/office/powerpoint/2010/main" val="40803387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strips(downLeft)">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0" grpId="0">
        <p:bldAsOne/>
      </p:bldGraphic>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DDC5365-EA36-45A8-8DBD-A6D8461EB21D}"/>
              </a:ext>
            </a:extLst>
          </p:cNvPr>
          <p:cNvSpPr>
            <a:spLocks noGrp="1"/>
          </p:cNvSpPr>
          <p:nvPr>
            <p:ph type="title"/>
          </p:nvPr>
        </p:nvSpPr>
        <p:spPr>
          <a:xfrm>
            <a:off x="6249556" y="611077"/>
            <a:ext cx="5104244" cy="833663"/>
          </a:xfrm>
          <a:solidFill>
            <a:schemeClr val="tx2"/>
          </a:solidFill>
        </p:spPr>
        <p:txBody>
          <a:bodyPr rtlCol="0"/>
          <a:lstStyle/>
          <a:p>
            <a:pPr rtl="0"/>
            <a:r>
              <a:rPr lang="en-GB" dirty="0"/>
              <a:t>Course plan</a:t>
            </a:r>
          </a:p>
        </p:txBody>
      </p:sp>
      <p:pic>
        <p:nvPicPr>
          <p:cNvPr id="7" name="Picture Placeholder 6">
            <a:extLst>
              <a:ext uri="{FF2B5EF4-FFF2-40B4-BE49-F238E27FC236}">
                <a16:creationId xmlns:a16="http://schemas.microsoft.com/office/drawing/2014/main" id="{2052C005-14A2-483C-8C1A-A3D21FF82E05}"/>
              </a:ext>
            </a:extLst>
          </p:cNvPr>
          <p:cNvPicPr>
            <a:picLocks noGrp="1" noChangeAspect="1"/>
          </p:cNvPicPr>
          <p:nvPr>
            <p:ph type="pic" idx="11"/>
          </p:nvPr>
        </p:nvPicPr>
        <p:blipFill>
          <a:blip r:embed="rId3"/>
          <a:srcRect/>
          <a:stretch/>
        </p:blipFill>
        <p:spPr>
          <a:xfrm>
            <a:off x="-1843087" y="1"/>
            <a:ext cx="7939088" cy="6858000"/>
          </a:xfrm>
        </p:spPr>
      </p:pic>
      <p:sp>
        <p:nvSpPr>
          <p:cNvPr id="4" name="Content Placeholder 3">
            <a:extLst>
              <a:ext uri="{FF2B5EF4-FFF2-40B4-BE49-F238E27FC236}">
                <a16:creationId xmlns:a16="http://schemas.microsoft.com/office/drawing/2014/main" id="{0D250B89-C4D5-43CB-81F0-EFF4588D7E45}"/>
              </a:ext>
            </a:extLst>
          </p:cNvPr>
          <p:cNvSpPr>
            <a:spLocks noGrp="1"/>
          </p:cNvSpPr>
          <p:nvPr>
            <p:ph idx="1"/>
          </p:nvPr>
        </p:nvSpPr>
        <p:spPr>
          <a:xfrm>
            <a:off x="6117490" y="1739801"/>
            <a:ext cx="5505451" cy="4351338"/>
          </a:xfrm>
        </p:spPr>
        <p:txBody>
          <a:bodyPr rtlCol="0">
            <a:normAutofit/>
          </a:bodyPr>
          <a:lstStyle/>
          <a:p>
            <a:pPr rtl="0"/>
            <a:r>
              <a:rPr lang="en-GB" b="1" noProof="1">
                <a:solidFill>
                  <a:schemeClr val="tx2"/>
                </a:solidFill>
              </a:rPr>
              <a:t>Relay</a:t>
            </a:r>
          </a:p>
          <a:p>
            <a:pPr rtl="0"/>
            <a:r>
              <a:rPr lang="en-GB" b="1" noProof="1">
                <a:solidFill>
                  <a:schemeClr val="tx2"/>
                </a:solidFill>
              </a:rPr>
              <a:t>Control pins via web server</a:t>
            </a:r>
          </a:p>
          <a:p>
            <a:pPr rtl="0"/>
            <a:r>
              <a:rPr lang="en-GB" b="1" noProof="1">
                <a:solidFill>
                  <a:schemeClr val="tx2"/>
                </a:solidFill>
              </a:rPr>
              <a:t>Blynk IOT</a:t>
            </a:r>
          </a:p>
          <a:p>
            <a:pPr rtl="0"/>
            <a:r>
              <a:rPr lang="en-GB" b="1" noProof="1">
                <a:solidFill>
                  <a:schemeClr val="tx2"/>
                </a:solidFill>
              </a:rPr>
              <a:t>Home automation project</a:t>
            </a:r>
          </a:p>
        </p:txBody>
      </p:sp>
      <p:sp>
        <p:nvSpPr>
          <p:cNvPr id="5" name="Slide Number Placeholder 4">
            <a:extLst>
              <a:ext uri="{FF2B5EF4-FFF2-40B4-BE49-F238E27FC236}">
                <a16:creationId xmlns:a16="http://schemas.microsoft.com/office/drawing/2014/main" id="{B18C9971-C7D2-435E-9037-EB3D7CCAF12D}"/>
              </a:ext>
            </a:extLst>
          </p:cNvPr>
          <p:cNvSpPr>
            <a:spLocks noGrp="1"/>
          </p:cNvSpPr>
          <p:nvPr>
            <p:ph type="sldNum" sz="quarter" idx="10"/>
          </p:nvPr>
        </p:nvSpPr>
        <p:spPr>
          <a:xfrm>
            <a:off x="11353800" y="6361475"/>
            <a:ext cx="838200" cy="360000"/>
          </a:xfrm>
        </p:spPr>
        <p:txBody>
          <a:bodyPr rtlCol="0"/>
          <a:lstStyle/>
          <a:p>
            <a:pPr rtl="0"/>
            <a:r>
              <a:rPr lang="en-GB"/>
              <a:t>PAGE </a:t>
            </a:r>
            <a:fld id="{4A9B5881-4007-4345-955A-79C2656F0C49}" type="slidenum">
              <a:rPr lang="en-GB" smtClean="0"/>
              <a:pPr rtl="0"/>
              <a:t>3</a:t>
            </a:fld>
            <a:endParaRPr lang="en-GB" dirty="0"/>
          </a:p>
        </p:txBody>
      </p:sp>
    </p:spTree>
    <p:extLst>
      <p:ext uri="{BB962C8B-B14F-4D97-AF65-F5344CB8AC3E}">
        <p14:creationId xmlns:p14="http://schemas.microsoft.com/office/powerpoint/2010/main" val="32974297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pic>
        <p:nvPicPr>
          <p:cNvPr id="5" name="Picture Placeholder 7">
            <a:extLst>
              <a:ext uri="{FF2B5EF4-FFF2-40B4-BE49-F238E27FC236}">
                <a16:creationId xmlns:a16="http://schemas.microsoft.com/office/drawing/2014/main" id="{6AF2BE8D-A98C-F3FA-50CD-965B1C399B74}"/>
              </a:ext>
            </a:extLst>
          </p:cNvPr>
          <p:cNvPicPr>
            <a:picLocks noChangeAspect="1"/>
          </p:cNvPicPr>
          <p:nvPr/>
        </p:nvPicPr>
        <p:blipFill rotWithShape="1">
          <a:blip r:embed="rId3"/>
          <a:srcRect l="2052" t="1488" r="17878" b="-1488"/>
          <a:stretch/>
        </p:blipFill>
        <p:spPr>
          <a:xfrm>
            <a:off x="6648322" y="46845"/>
            <a:ext cx="6096000" cy="6858000"/>
          </a:xfrm>
          <a:prstGeom prst="parallelogram">
            <a:avLst/>
          </a:prstGeom>
        </p:spPr>
      </p:pic>
      <p:sp>
        <p:nvSpPr>
          <p:cNvPr id="2" name="Title 1">
            <a:extLst>
              <a:ext uri="{FF2B5EF4-FFF2-40B4-BE49-F238E27FC236}">
                <a16:creationId xmlns:a16="http://schemas.microsoft.com/office/drawing/2014/main" id="{E199600F-A17E-4354-A7AB-0CC2A43A9354}"/>
              </a:ext>
            </a:extLst>
          </p:cNvPr>
          <p:cNvSpPr>
            <a:spLocks noGrp="1"/>
          </p:cNvSpPr>
          <p:nvPr>
            <p:ph type="title"/>
          </p:nvPr>
        </p:nvSpPr>
        <p:spPr>
          <a:xfrm>
            <a:off x="902494" y="589211"/>
            <a:ext cx="6209506" cy="833663"/>
          </a:xfrm>
          <a:solidFill>
            <a:schemeClr val="tx2"/>
          </a:solidFill>
        </p:spPr>
        <p:txBody>
          <a:bodyPr rtlCol="0"/>
          <a:lstStyle/>
          <a:p>
            <a:pPr rtl="0"/>
            <a:r>
              <a:rPr lang="en-GB" b="1" dirty="0"/>
              <a:t>Relay</a:t>
            </a:r>
          </a:p>
        </p:txBody>
      </p:sp>
      <p:sp>
        <p:nvSpPr>
          <p:cNvPr id="3" name="Content Placeholder 2">
            <a:extLst>
              <a:ext uri="{FF2B5EF4-FFF2-40B4-BE49-F238E27FC236}">
                <a16:creationId xmlns:a16="http://schemas.microsoft.com/office/drawing/2014/main" id="{FA6A4B49-27C8-46B6-8B11-AD7E8F615E2C}"/>
              </a:ext>
            </a:extLst>
          </p:cNvPr>
          <p:cNvSpPr>
            <a:spLocks noGrp="1"/>
          </p:cNvSpPr>
          <p:nvPr>
            <p:ph idx="1"/>
          </p:nvPr>
        </p:nvSpPr>
        <p:spPr/>
        <p:txBody>
          <a:bodyPr rtlCol="0"/>
          <a:lstStyle/>
          <a:p>
            <a:pPr>
              <a:buFont typeface="Arial" panose="020B0604020202020204" pitchFamily="34" charset="0"/>
              <a:buChar char="•"/>
            </a:pPr>
            <a:r>
              <a:rPr lang="en-GB" b="1" dirty="0">
                <a:solidFill>
                  <a:schemeClr val="tx2"/>
                </a:solidFill>
              </a:rPr>
              <a:t>A relay is an electrically operated switch that uses an electromagnet to mechanically operate a set of contacts. It allows a low-power signal to control a high-power circuit, enabling safe and efficient control of electrical devices. Relays are commonly used in automation, industrial control systems, and electronic circuits where it's necessary to isolate the control signal from the high-power load.</a:t>
            </a:r>
            <a:endParaRPr lang="en-GB" dirty="0">
              <a:solidFill>
                <a:schemeClr val="tx2"/>
              </a:solidFill>
            </a:endParaRPr>
          </a:p>
        </p:txBody>
      </p:sp>
      <p:sp>
        <p:nvSpPr>
          <p:cNvPr id="4" name="Slide Number Placeholder 3">
            <a:extLst>
              <a:ext uri="{FF2B5EF4-FFF2-40B4-BE49-F238E27FC236}">
                <a16:creationId xmlns:a16="http://schemas.microsoft.com/office/drawing/2014/main" id="{62B4CE3A-8C88-45AA-A849-57E5A7AC22C1}"/>
              </a:ext>
            </a:extLst>
          </p:cNvPr>
          <p:cNvSpPr>
            <a:spLocks noGrp="1"/>
          </p:cNvSpPr>
          <p:nvPr>
            <p:ph type="sldNum" sz="quarter" idx="10"/>
          </p:nvPr>
        </p:nvSpPr>
        <p:spPr>
          <a:xfrm>
            <a:off x="11353800" y="6361475"/>
            <a:ext cx="838200" cy="360000"/>
          </a:xfrm>
        </p:spPr>
        <p:txBody>
          <a:bodyPr rtlCol="0"/>
          <a:lstStyle/>
          <a:p>
            <a:pPr rtl="0"/>
            <a:r>
              <a:rPr lang="en-GB"/>
              <a:t>PAGE </a:t>
            </a:r>
            <a:fld id="{4A9B5881-4007-4345-955A-79C2656F0C49}" type="slidenum">
              <a:rPr lang="en-GB" smtClean="0"/>
              <a:pPr rtl="0"/>
              <a:t>4</a:t>
            </a:fld>
            <a:endParaRPr lang="en-GB" dirty="0"/>
          </a:p>
        </p:txBody>
      </p:sp>
    </p:spTree>
    <p:extLst>
      <p:ext uri="{BB962C8B-B14F-4D97-AF65-F5344CB8AC3E}">
        <p14:creationId xmlns:p14="http://schemas.microsoft.com/office/powerpoint/2010/main" val="98524795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7BEE8E0-7F2C-176C-B69E-87F51F280A82}"/>
              </a:ext>
            </a:extLst>
          </p:cNvPr>
          <p:cNvSpPr/>
          <p:nvPr/>
        </p:nvSpPr>
        <p:spPr>
          <a:xfrm>
            <a:off x="0" y="0"/>
            <a:ext cx="4729163" cy="685800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itle 5">
            <a:extLst>
              <a:ext uri="{FF2B5EF4-FFF2-40B4-BE49-F238E27FC236}">
                <a16:creationId xmlns:a16="http://schemas.microsoft.com/office/drawing/2014/main" id="{DE253D32-8B7B-47D0-BB63-402C3DB9B549}"/>
              </a:ext>
            </a:extLst>
          </p:cNvPr>
          <p:cNvSpPr>
            <a:spLocks noGrp="1"/>
          </p:cNvSpPr>
          <p:nvPr>
            <p:ph type="title"/>
          </p:nvPr>
        </p:nvSpPr>
        <p:spPr>
          <a:xfrm>
            <a:off x="7523356" y="719799"/>
            <a:ext cx="4518360" cy="1049356"/>
          </a:xfrm>
        </p:spPr>
        <p:txBody>
          <a:bodyPr rtlCol="0"/>
          <a:lstStyle/>
          <a:p>
            <a:pPr rtl="0"/>
            <a:r>
              <a:rPr lang="en-GB" b="1" dirty="0">
                <a:solidFill>
                  <a:schemeClr val="tx2"/>
                </a:solidFill>
              </a:rPr>
              <a:t>Relay</a:t>
            </a:r>
          </a:p>
        </p:txBody>
      </p:sp>
      <p:sp>
        <p:nvSpPr>
          <p:cNvPr id="7" name="Content Placeholder 6">
            <a:extLst>
              <a:ext uri="{FF2B5EF4-FFF2-40B4-BE49-F238E27FC236}">
                <a16:creationId xmlns:a16="http://schemas.microsoft.com/office/drawing/2014/main" id="{1D6EB617-E017-4B26-9576-8578E948979A}"/>
              </a:ext>
            </a:extLst>
          </p:cNvPr>
          <p:cNvSpPr>
            <a:spLocks noGrp="1"/>
          </p:cNvSpPr>
          <p:nvPr>
            <p:ph idx="1"/>
          </p:nvPr>
        </p:nvSpPr>
        <p:spPr>
          <a:xfrm>
            <a:off x="7597698" y="1829884"/>
            <a:ext cx="4297836" cy="3962585"/>
          </a:xfrm>
        </p:spPr>
        <p:txBody>
          <a:bodyPr rtlCol="0">
            <a:normAutofit/>
          </a:bodyPr>
          <a:lstStyle/>
          <a:p>
            <a:pPr rtl="0"/>
            <a:r>
              <a:rPr lang="en-GB" b="1" dirty="0">
                <a:solidFill>
                  <a:schemeClr val="tx2"/>
                </a:solidFill>
              </a:rPr>
              <a:t>Normally Closed: </a:t>
            </a:r>
          </a:p>
          <a:p>
            <a:pPr rtl="0"/>
            <a:r>
              <a:rPr lang="en-GB" dirty="0">
                <a:solidFill>
                  <a:schemeClr val="tx2"/>
                </a:solidFill>
              </a:rPr>
              <a:t>Default State: The contacts are closed, meaning the circuit is complete, and current can flow through.</a:t>
            </a:r>
          </a:p>
          <a:p>
            <a:pPr rtl="0"/>
            <a:r>
              <a:rPr lang="en-GB" b="1" dirty="0">
                <a:solidFill>
                  <a:schemeClr val="tx2"/>
                </a:solidFill>
              </a:rPr>
              <a:t>Normally Open:</a:t>
            </a:r>
          </a:p>
          <a:p>
            <a:pPr rtl="0"/>
            <a:r>
              <a:rPr lang="en-GB" dirty="0">
                <a:solidFill>
                  <a:schemeClr val="tx2"/>
                </a:solidFill>
              </a:rPr>
              <a:t>Default State: The contacts are open, meaning the circuit is broken, and no current flows through.</a:t>
            </a:r>
          </a:p>
        </p:txBody>
      </p:sp>
      <p:sp>
        <p:nvSpPr>
          <p:cNvPr id="4" name="Slide Number Placeholder 3">
            <a:extLst>
              <a:ext uri="{FF2B5EF4-FFF2-40B4-BE49-F238E27FC236}">
                <a16:creationId xmlns:a16="http://schemas.microsoft.com/office/drawing/2014/main" id="{D4C183CA-19AD-485E-AEC5-FC032D453828}"/>
              </a:ext>
            </a:extLst>
          </p:cNvPr>
          <p:cNvSpPr>
            <a:spLocks noGrp="1"/>
          </p:cNvSpPr>
          <p:nvPr>
            <p:ph type="sldNum" sz="quarter" idx="12"/>
          </p:nvPr>
        </p:nvSpPr>
        <p:spPr/>
        <p:txBody>
          <a:bodyPr rtlCol="0"/>
          <a:lstStyle/>
          <a:p>
            <a:pPr rtl="0"/>
            <a:fld id="{03DC2DEF-D2FE-4B45-ABA4-9F153FD1C98A}" type="slidenum">
              <a:rPr lang="en-GB" smtClean="0"/>
              <a:t>5</a:t>
            </a:fld>
            <a:endParaRPr lang="en-GB"/>
          </a:p>
        </p:txBody>
      </p:sp>
      <p:sp>
        <p:nvSpPr>
          <p:cNvPr id="3" name="Rectangle 2">
            <a:extLst>
              <a:ext uri="{FF2B5EF4-FFF2-40B4-BE49-F238E27FC236}">
                <a16:creationId xmlns:a16="http://schemas.microsoft.com/office/drawing/2014/main" id="{BFECFA81-17CB-B651-16E5-2BA1D74EEFAF}"/>
              </a:ext>
            </a:extLst>
          </p:cNvPr>
          <p:cNvSpPr/>
          <p:nvPr/>
        </p:nvSpPr>
        <p:spPr>
          <a:xfrm>
            <a:off x="2493167" y="342900"/>
            <a:ext cx="4412971" cy="85725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extLst>
              <a:ext uri="{FF2B5EF4-FFF2-40B4-BE49-F238E27FC236}">
                <a16:creationId xmlns:a16="http://schemas.microsoft.com/office/drawing/2014/main" id="{957E45D2-B8FC-0336-9C60-88F8AA18D7AA}"/>
              </a:ext>
            </a:extLst>
          </p:cNvPr>
          <p:cNvSpPr/>
          <p:nvPr/>
        </p:nvSpPr>
        <p:spPr>
          <a:xfrm>
            <a:off x="0" y="5932850"/>
            <a:ext cx="3776778" cy="9251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0" name="Picture Placeholder 9">
            <a:extLst>
              <a:ext uri="{FF2B5EF4-FFF2-40B4-BE49-F238E27FC236}">
                <a16:creationId xmlns:a16="http://schemas.microsoft.com/office/drawing/2014/main" id="{618DD966-19F0-4350-AC58-AE86C210BDD3}"/>
              </a:ext>
              <a:ext uri="{C183D7F6-B498-43B3-948B-1728B52AA6E4}">
                <adec:decorative xmlns:adec="http://schemas.microsoft.com/office/drawing/2017/decorative" val="1"/>
              </a:ext>
            </a:extLst>
          </p:cNvPr>
          <p:cNvPicPr>
            <a:picLocks noGrp="1" noChangeAspect="1"/>
          </p:cNvPicPr>
          <p:nvPr>
            <p:ph type="pic" sz="quarter" idx="13"/>
          </p:nvPr>
        </p:nvPicPr>
        <p:blipFill>
          <a:blip r:embed="rId3"/>
          <a:srcRect/>
          <a:stretch/>
        </p:blipFill>
        <p:spPr>
          <a:xfrm>
            <a:off x="296467" y="1129990"/>
            <a:ext cx="6798994" cy="4802860"/>
          </a:xfrm>
        </p:spPr>
      </p:pic>
    </p:spTree>
    <p:extLst>
      <p:ext uri="{BB962C8B-B14F-4D97-AF65-F5344CB8AC3E}">
        <p14:creationId xmlns:p14="http://schemas.microsoft.com/office/powerpoint/2010/main" val="41216659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DDC5365-EA36-45A8-8DBD-A6D8461EB21D}"/>
              </a:ext>
            </a:extLst>
          </p:cNvPr>
          <p:cNvSpPr>
            <a:spLocks noGrp="1"/>
          </p:cNvSpPr>
          <p:nvPr>
            <p:ph type="title"/>
          </p:nvPr>
        </p:nvSpPr>
        <p:spPr>
          <a:xfrm>
            <a:off x="6249556" y="611077"/>
            <a:ext cx="5104244" cy="833663"/>
          </a:xfrm>
          <a:solidFill>
            <a:schemeClr val="tx2"/>
          </a:solidFill>
        </p:spPr>
        <p:txBody>
          <a:bodyPr rtlCol="0"/>
          <a:lstStyle/>
          <a:p>
            <a:pPr rtl="0"/>
            <a:r>
              <a:rPr lang="en-GB" b="1" dirty="0"/>
              <a:t>Relay task 1:</a:t>
            </a:r>
          </a:p>
        </p:txBody>
      </p:sp>
      <p:pic>
        <p:nvPicPr>
          <p:cNvPr id="7" name="Picture Placeholder 6">
            <a:extLst>
              <a:ext uri="{FF2B5EF4-FFF2-40B4-BE49-F238E27FC236}">
                <a16:creationId xmlns:a16="http://schemas.microsoft.com/office/drawing/2014/main" id="{2052C005-14A2-483C-8C1A-A3D21FF82E05}"/>
              </a:ext>
            </a:extLst>
          </p:cNvPr>
          <p:cNvPicPr>
            <a:picLocks noGrp="1" noChangeAspect="1"/>
          </p:cNvPicPr>
          <p:nvPr>
            <p:ph type="pic" idx="11"/>
          </p:nvPr>
        </p:nvPicPr>
        <p:blipFill>
          <a:blip r:embed="rId3"/>
          <a:srcRect/>
          <a:stretch/>
        </p:blipFill>
        <p:spPr>
          <a:xfrm>
            <a:off x="290879" y="611076"/>
            <a:ext cx="5414963" cy="5031267"/>
          </a:xfrm>
        </p:spPr>
      </p:pic>
      <p:sp>
        <p:nvSpPr>
          <p:cNvPr id="4" name="Content Placeholder 3">
            <a:extLst>
              <a:ext uri="{FF2B5EF4-FFF2-40B4-BE49-F238E27FC236}">
                <a16:creationId xmlns:a16="http://schemas.microsoft.com/office/drawing/2014/main" id="{0D250B89-C4D5-43CB-81F0-EFF4588D7E45}"/>
              </a:ext>
            </a:extLst>
          </p:cNvPr>
          <p:cNvSpPr>
            <a:spLocks noGrp="1"/>
          </p:cNvSpPr>
          <p:nvPr>
            <p:ph idx="1"/>
          </p:nvPr>
        </p:nvSpPr>
        <p:spPr>
          <a:xfrm>
            <a:off x="6117490" y="1739801"/>
            <a:ext cx="5505451" cy="4351338"/>
          </a:xfrm>
        </p:spPr>
        <p:txBody>
          <a:bodyPr rtlCol="0">
            <a:normAutofit/>
          </a:bodyPr>
          <a:lstStyle/>
          <a:p>
            <a:r>
              <a:rPr lang="en-GB" noProof="1">
                <a:solidFill>
                  <a:schemeClr val="tx2"/>
                </a:solidFill>
              </a:rPr>
              <a:t>First run the webserver that we built yesterday.</a:t>
            </a:r>
          </a:p>
          <a:p>
            <a:pPr marL="0" indent="0">
              <a:buNone/>
            </a:pPr>
            <a:endParaRPr lang="en-GB" noProof="1">
              <a:solidFill>
                <a:schemeClr val="tx2"/>
              </a:solidFill>
            </a:endParaRPr>
          </a:p>
          <a:p>
            <a:r>
              <a:rPr lang="en-GB" noProof="1">
                <a:solidFill>
                  <a:schemeClr val="tx2"/>
                </a:solidFill>
              </a:rPr>
              <a:t>Connect the relay to power source we have provided.</a:t>
            </a:r>
          </a:p>
          <a:p>
            <a:pPr marL="0" indent="0">
              <a:buNone/>
            </a:pPr>
            <a:endParaRPr lang="en-GB" noProof="1">
              <a:solidFill>
                <a:schemeClr val="tx2"/>
              </a:solidFill>
            </a:endParaRPr>
          </a:p>
          <a:p>
            <a:r>
              <a:rPr lang="en-GB" noProof="1">
                <a:solidFill>
                  <a:schemeClr val="tx2"/>
                </a:solidFill>
              </a:rPr>
              <a:t>Attach the motor to the relay.</a:t>
            </a:r>
          </a:p>
          <a:p>
            <a:pPr marL="0" indent="0">
              <a:buNone/>
            </a:pPr>
            <a:endParaRPr lang="en-GB" noProof="1">
              <a:solidFill>
                <a:schemeClr val="tx2"/>
              </a:solidFill>
            </a:endParaRPr>
          </a:p>
          <a:p>
            <a:r>
              <a:rPr lang="en-GB" noProof="1">
                <a:solidFill>
                  <a:schemeClr val="tx2"/>
                </a:solidFill>
              </a:rPr>
              <a:t>The use the D4 pin to control the relay</a:t>
            </a:r>
          </a:p>
        </p:txBody>
      </p:sp>
      <p:sp>
        <p:nvSpPr>
          <p:cNvPr id="5" name="Slide Number Placeholder 4">
            <a:extLst>
              <a:ext uri="{FF2B5EF4-FFF2-40B4-BE49-F238E27FC236}">
                <a16:creationId xmlns:a16="http://schemas.microsoft.com/office/drawing/2014/main" id="{B18C9971-C7D2-435E-9037-EB3D7CCAF12D}"/>
              </a:ext>
            </a:extLst>
          </p:cNvPr>
          <p:cNvSpPr>
            <a:spLocks noGrp="1"/>
          </p:cNvSpPr>
          <p:nvPr>
            <p:ph type="sldNum" sz="quarter" idx="10"/>
          </p:nvPr>
        </p:nvSpPr>
        <p:spPr>
          <a:xfrm>
            <a:off x="11353800" y="6361475"/>
            <a:ext cx="838200" cy="360000"/>
          </a:xfrm>
        </p:spPr>
        <p:txBody>
          <a:bodyPr rtlCol="0"/>
          <a:lstStyle/>
          <a:p>
            <a:pPr rtl="0"/>
            <a:r>
              <a:rPr lang="en-GB"/>
              <a:t>PAGE </a:t>
            </a:r>
            <a:fld id="{4A9B5881-4007-4345-955A-79C2656F0C49}" type="slidenum">
              <a:rPr lang="en-GB" smtClean="0"/>
              <a:pPr rtl="0"/>
              <a:t>6</a:t>
            </a:fld>
            <a:endParaRPr lang="en-GB" dirty="0"/>
          </a:p>
        </p:txBody>
      </p:sp>
    </p:spTree>
    <p:extLst>
      <p:ext uri="{BB962C8B-B14F-4D97-AF65-F5344CB8AC3E}">
        <p14:creationId xmlns:p14="http://schemas.microsoft.com/office/powerpoint/2010/main" val="38038422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85000"/>
          </a:schemeClr>
        </a:solidFill>
        <a:effectLst/>
      </p:bgPr>
    </p:bg>
    <p:spTree>
      <p:nvGrpSpPr>
        <p:cNvPr id="1" name=""/>
        <p:cNvGrpSpPr/>
        <p:nvPr/>
      </p:nvGrpSpPr>
      <p:grpSpPr>
        <a:xfrm>
          <a:off x="0" y="0"/>
          <a:ext cx="0" cy="0"/>
          <a:chOff x="0" y="0"/>
          <a:chExt cx="0" cy="0"/>
        </a:xfrm>
      </p:grpSpPr>
      <p:pic>
        <p:nvPicPr>
          <p:cNvPr id="5" name="Picture Placeholder 7">
            <a:extLst>
              <a:ext uri="{FF2B5EF4-FFF2-40B4-BE49-F238E27FC236}">
                <a16:creationId xmlns:a16="http://schemas.microsoft.com/office/drawing/2014/main" id="{6AF2BE8D-A98C-F3FA-50CD-965B1C399B74}"/>
              </a:ext>
            </a:extLst>
          </p:cNvPr>
          <p:cNvPicPr>
            <a:picLocks noChangeAspect="1"/>
          </p:cNvPicPr>
          <p:nvPr/>
        </p:nvPicPr>
        <p:blipFill>
          <a:blip r:embed="rId3"/>
          <a:srcRect l="20507" r="20507"/>
          <a:stretch/>
        </p:blipFill>
        <p:spPr>
          <a:xfrm>
            <a:off x="6698457" y="0"/>
            <a:ext cx="6096000" cy="6858000"/>
          </a:xfrm>
          <a:prstGeom prst="parallelogram">
            <a:avLst/>
          </a:prstGeom>
        </p:spPr>
      </p:pic>
      <p:sp>
        <p:nvSpPr>
          <p:cNvPr id="2" name="Title 1">
            <a:extLst>
              <a:ext uri="{FF2B5EF4-FFF2-40B4-BE49-F238E27FC236}">
                <a16:creationId xmlns:a16="http://schemas.microsoft.com/office/drawing/2014/main" id="{E199600F-A17E-4354-A7AB-0CC2A43A9354}"/>
              </a:ext>
            </a:extLst>
          </p:cNvPr>
          <p:cNvSpPr>
            <a:spLocks noGrp="1"/>
          </p:cNvSpPr>
          <p:nvPr>
            <p:ph type="title"/>
          </p:nvPr>
        </p:nvSpPr>
        <p:spPr>
          <a:xfrm>
            <a:off x="902494" y="589211"/>
            <a:ext cx="6209506" cy="833663"/>
          </a:xfrm>
          <a:solidFill>
            <a:schemeClr val="tx2"/>
          </a:solidFill>
        </p:spPr>
        <p:txBody>
          <a:bodyPr rtlCol="0"/>
          <a:lstStyle/>
          <a:p>
            <a:pPr rtl="0"/>
            <a:r>
              <a:rPr lang="en-GB" b="1" dirty="0"/>
              <a:t>Home automation project</a:t>
            </a:r>
          </a:p>
        </p:txBody>
      </p:sp>
      <p:sp>
        <p:nvSpPr>
          <p:cNvPr id="3" name="Content Placeholder 2">
            <a:extLst>
              <a:ext uri="{FF2B5EF4-FFF2-40B4-BE49-F238E27FC236}">
                <a16:creationId xmlns:a16="http://schemas.microsoft.com/office/drawing/2014/main" id="{FA6A4B49-27C8-46B6-8B11-AD7E8F615E2C}"/>
              </a:ext>
            </a:extLst>
          </p:cNvPr>
          <p:cNvSpPr>
            <a:spLocks noGrp="1"/>
          </p:cNvSpPr>
          <p:nvPr>
            <p:ph idx="1"/>
          </p:nvPr>
        </p:nvSpPr>
        <p:spPr/>
        <p:txBody>
          <a:bodyPr rtlCol="0"/>
          <a:lstStyle/>
          <a:p>
            <a:pPr marL="0" indent="0">
              <a:buNone/>
            </a:pPr>
            <a:r>
              <a:rPr lang="en-GB" b="1" dirty="0">
                <a:solidFill>
                  <a:schemeClr val="tx2"/>
                </a:solidFill>
              </a:rPr>
              <a:t>Functionalities:</a:t>
            </a:r>
          </a:p>
          <a:p>
            <a:r>
              <a:rPr lang="en-GB" dirty="0">
                <a:solidFill>
                  <a:schemeClr val="tx2"/>
                </a:solidFill>
              </a:rPr>
              <a:t>Turn lights on and off</a:t>
            </a:r>
          </a:p>
          <a:p>
            <a:r>
              <a:rPr lang="en-GB" dirty="0">
                <a:solidFill>
                  <a:schemeClr val="tx2"/>
                </a:solidFill>
              </a:rPr>
              <a:t>Turn fan on and off</a:t>
            </a:r>
          </a:p>
          <a:p>
            <a:r>
              <a:rPr lang="en-GB" dirty="0">
                <a:solidFill>
                  <a:schemeClr val="tx2"/>
                </a:solidFill>
              </a:rPr>
              <a:t>Show humidity and temperature//</a:t>
            </a:r>
          </a:p>
          <a:p>
            <a:r>
              <a:rPr lang="en-GB" dirty="0">
                <a:solidFill>
                  <a:schemeClr val="tx2"/>
                </a:solidFill>
              </a:rPr>
              <a:t>Notification if air quality change</a:t>
            </a:r>
          </a:p>
          <a:p>
            <a:r>
              <a:rPr lang="en-GB" dirty="0">
                <a:solidFill>
                  <a:schemeClr val="tx2"/>
                </a:solidFill>
              </a:rPr>
              <a:t>Water level</a:t>
            </a:r>
          </a:p>
        </p:txBody>
      </p:sp>
      <p:sp>
        <p:nvSpPr>
          <p:cNvPr id="4" name="Slide Number Placeholder 3">
            <a:extLst>
              <a:ext uri="{FF2B5EF4-FFF2-40B4-BE49-F238E27FC236}">
                <a16:creationId xmlns:a16="http://schemas.microsoft.com/office/drawing/2014/main" id="{62B4CE3A-8C88-45AA-A849-57E5A7AC22C1}"/>
              </a:ext>
            </a:extLst>
          </p:cNvPr>
          <p:cNvSpPr>
            <a:spLocks noGrp="1"/>
          </p:cNvSpPr>
          <p:nvPr>
            <p:ph type="sldNum" sz="quarter" idx="10"/>
          </p:nvPr>
        </p:nvSpPr>
        <p:spPr>
          <a:xfrm>
            <a:off x="11353800" y="6361475"/>
            <a:ext cx="838200" cy="360000"/>
          </a:xfrm>
        </p:spPr>
        <p:txBody>
          <a:bodyPr rtlCol="0"/>
          <a:lstStyle/>
          <a:p>
            <a:pPr rtl="0"/>
            <a:r>
              <a:rPr lang="en-GB"/>
              <a:t>PAGE </a:t>
            </a:r>
            <a:fld id="{4A9B5881-4007-4345-955A-79C2656F0C49}" type="slidenum">
              <a:rPr lang="en-GB" smtClean="0"/>
              <a:pPr rtl="0"/>
              <a:t>7</a:t>
            </a:fld>
            <a:endParaRPr lang="en-GB" dirty="0"/>
          </a:p>
        </p:txBody>
      </p:sp>
      <p:sp>
        <p:nvSpPr>
          <p:cNvPr id="15" name="Isosceles Triangle 14">
            <a:extLst>
              <a:ext uri="{FF2B5EF4-FFF2-40B4-BE49-F238E27FC236}">
                <a16:creationId xmlns:a16="http://schemas.microsoft.com/office/drawing/2014/main" id="{864C39BF-CA23-04E0-7644-5AEACF64BEAA}"/>
              </a:ext>
              <a:ext uri="{C183D7F6-B498-43B3-948B-1728B52AA6E4}">
                <adec:decorative xmlns:adec="http://schemas.microsoft.com/office/drawing/2017/decorative" val="1"/>
              </a:ext>
            </a:extLst>
          </p:cNvPr>
          <p:cNvSpPr/>
          <p:nvPr/>
        </p:nvSpPr>
        <p:spPr>
          <a:xfrm rot="10800000">
            <a:off x="7382769" y="6223436"/>
            <a:ext cx="142847" cy="91567"/>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Tree>
    <p:extLst>
      <p:ext uri="{BB962C8B-B14F-4D97-AF65-F5344CB8AC3E}">
        <p14:creationId xmlns:p14="http://schemas.microsoft.com/office/powerpoint/2010/main" val="2862907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DDC5365-EA36-45A8-8DBD-A6D8461EB21D}"/>
              </a:ext>
            </a:extLst>
          </p:cNvPr>
          <p:cNvSpPr>
            <a:spLocks noGrp="1"/>
          </p:cNvSpPr>
          <p:nvPr>
            <p:ph type="title"/>
          </p:nvPr>
        </p:nvSpPr>
        <p:spPr>
          <a:xfrm>
            <a:off x="6249556" y="611077"/>
            <a:ext cx="5104244" cy="833663"/>
          </a:xfrm>
          <a:solidFill>
            <a:schemeClr val="tx2"/>
          </a:solidFill>
        </p:spPr>
        <p:txBody>
          <a:bodyPr rtlCol="0"/>
          <a:lstStyle/>
          <a:p>
            <a:pPr rtl="0"/>
            <a:r>
              <a:rPr lang="en-GB" dirty="0"/>
              <a:t>Blynk IOT</a:t>
            </a:r>
          </a:p>
        </p:txBody>
      </p:sp>
      <p:pic>
        <p:nvPicPr>
          <p:cNvPr id="7" name="Picture Placeholder 6">
            <a:extLst>
              <a:ext uri="{FF2B5EF4-FFF2-40B4-BE49-F238E27FC236}">
                <a16:creationId xmlns:a16="http://schemas.microsoft.com/office/drawing/2014/main" id="{2052C005-14A2-483C-8C1A-A3D21FF82E05}"/>
              </a:ext>
            </a:extLst>
          </p:cNvPr>
          <p:cNvPicPr>
            <a:picLocks noGrp="1" noChangeAspect="1"/>
          </p:cNvPicPr>
          <p:nvPr>
            <p:ph type="pic" idx="11"/>
          </p:nvPr>
        </p:nvPicPr>
        <p:blipFill>
          <a:blip r:embed="rId3"/>
          <a:srcRect/>
          <a:stretch/>
        </p:blipFill>
        <p:spPr>
          <a:xfrm>
            <a:off x="-503274" y="-104554"/>
            <a:ext cx="6620763" cy="7067107"/>
          </a:xfrm>
        </p:spPr>
      </p:pic>
      <p:sp>
        <p:nvSpPr>
          <p:cNvPr id="4" name="Content Placeholder 3">
            <a:extLst>
              <a:ext uri="{FF2B5EF4-FFF2-40B4-BE49-F238E27FC236}">
                <a16:creationId xmlns:a16="http://schemas.microsoft.com/office/drawing/2014/main" id="{0D250B89-C4D5-43CB-81F0-EFF4588D7E45}"/>
              </a:ext>
            </a:extLst>
          </p:cNvPr>
          <p:cNvSpPr>
            <a:spLocks noGrp="1"/>
          </p:cNvSpPr>
          <p:nvPr>
            <p:ph idx="1"/>
          </p:nvPr>
        </p:nvSpPr>
        <p:spPr>
          <a:xfrm>
            <a:off x="6117490" y="1739801"/>
            <a:ext cx="5505451" cy="4351338"/>
          </a:xfrm>
        </p:spPr>
        <p:txBody>
          <a:bodyPr rtlCol="0">
            <a:normAutofit/>
          </a:bodyPr>
          <a:lstStyle/>
          <a:p>
            <a:r>
              <a:rPr lang="en-GB" b="1" noProof="1">
                <a:solidFill>
                  <a:schemeClr val="tx2"/>
                </a:solidFill>
              </a:rPr>
              <a:t>Blynk IoT is a platform designed to create Internet of Things (IoT) applications with minimal coding and setup. It allows users to build mobile and web applications to control and monitor hardware devices remotely. Blynk offers a variety of features and tools to simplify the development process for both hobbyists and professionals.</a:t>
            </a:r>
            <a:endParaRPr lang="en-GB" noProof="1">
              <a:solidFill>
                <a:schemeClr val="tx2"/>
              </a:solidFill>
            </a:endParaRPr>
          </a:p>
        </p:txBody>
      </p:sp>
      <p:sp>
        <p:nvSpPr>
          <p:cNvPr id="5" name="Slide Number Placeholder 4">
            <a:extLst>
              <a:ext uri="{FF2B5EF4-FFF2-40B4-BE49-F238E27FC236}">
                <a16:creationId xmlns:a16="http://schemas.microsoft.com/office/drawing/2014/main" id="{B18C9971-C7D2-435E-9037-EB3D7CCAF12D}"/>
              </a:ext>
            </a:extLst>
          </p:cNvPr>
          <p:cNvSpPr>
            <a:spLocks noGrp="1"/>
          </p:cNvSpPr>
          <p:nvPr>
            <p:ph type="sldNum" sz="quarter" idx="10"/>
          </p:nvPr>
        </p:nvSpPr>
        <p:spPr>
          <a:xfrm>
            <a:off x="11353800" y="6361475"/>
            <a:ext cx="838200" cy="360000"/>
          </a:xfrm>
        </p:spPr>
        <p:txBody>
          <a:bodyPr rtlCol="0"/>
          <a:lstStyle/>
          <a:p>
            <a:pPr rtl="0"/>
            <a:r>
              <a:rPr lang="en-GB"/>
              <a:t>PAGE </a:t>
            </a:r>
            <a:fld id="{4A9B5881-4007-4345-955A-79C2656F0C49}" type="slidenum">
              <a:rPr lang="en-GB" smtClean="0"/>
              <a:pPr rtl="0"/>
              <a:t>8</a:t>
            </a:fld>
            <a:endParaRPr lang="en-GB" dirty="0"/>
          </a:p>
        </p:txBody>
      </p:sp>
    </p:spTree>
    <p:extLst>
      <p:ext uri="{BB962C8B-B14F-4D97-AF65-F5344CB8AC3E}">
        <p14:creationId xmlns:p14="http://schemas.microsoft.com/office/powerpoint/2010/main" val="405790700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DDC5365-EA36-45A8-8DBD-A6D8461EB21D}"/>
              </a:ext>
            </a:extLst>
          </p:cNvPr>
          <p:cNvSpPr>
            <a:spLocks noGrp="1"/>
          </p:cNvSpPr>
          <p:nvPr>
            <p:ph type="title"/>
          </p:nvPr>
        </p:nvSpPr>
        <p:spPr>
          <a:xfrm>
            <a:off x="6249556" y="611077"/>
            <a:ext cx="5104244" cy="833663"/>
          </a:xfrm>
          <a:solidFill>
            <a:schemeClr val="tx2"/>
          </a:solidFill>
        </p:spPr>
        <p:txBody>
          <a:bodyPr rtlCol="0"/>
          <a:lstStyle/>
          <a:p>
            <a:pPr rtl="0"/>
            <a:r>
              <a:rPr lang="en-GB" dirty="0"/>
              <a:t>Blynk IOT</a:t>
            </a:r>
          </a:p>
        </p:txBody>
      </p:sp>
      <p:pic>
        <p:nvPicPr>
          <p:cNvPr id="7" name="Picture Placeholder 6">
            <a:extLst>
              <a:ext uri="{FF2B5EF4-FFF2-40B4-BE49-F238E27FC236}">
                <a16:creationId xmlns:a16="http://schemas.microsoft.com/office/drawing/2014/main" id="{2052C005-14A2-483C-8C1A-A3D21FF82E05}"/>
              </a:ext>
            </a:extLst>
          </p:cNvPr>
          <p:cNvPicPr>
            <a:picLocks noGrp="1" noChangeAspect="1"/>
          </p:cNvPicPr>
          <p:nvPr>
            <p:ph type="pic" idx="11"/>
          </p:nvPr>
        </p:nvPicPr>
        <p:blipFill>
          <a:blip r:embed="rId3"/>
          <a:srcRect/>
          <a:stretch/>
        </p:blipFill>
        <p:spPr>
          <a:xfrm>
            <a:off x="455310" y="439479"/>
            <a:ext cx="5257918" cy="5156792"/>
          </a:xfrm>
        </p:spPr>
      </p:pic>
      <p:sp>
        <p:nvSpPr>
          <p:cNvPr id="4" name="Content Placeholder 3">
            <a:extLst>
              <a:ext uri="{FF2B5EF4-FFF2-40B4-BE49-F238E27FC236}">
                <a16:creationId xmlns:a16="http://schemas.microsoft.com/office/drawing/2014/main" id="{0D250B89-C4D5-43CB-81F0-EFF4588D7E45}"/>
              </a:ext>
            </a:extLst>
          </p:cNvPr>
          <p:cNvSpPr>
            <a:spLocks noGrp="1"/>
          </p:cNvSpPr>
          <p:nvPr>
            <p:ph idx="1"/>
          </p:nvPr>
        </p:nvSpPr>
        <p:spPr>
          <a:xfrm>
            <a:off x="6117490" y="1739801"/>
            <a:ext cx="5505451" cy="4351338"/>
          </a:xfrm>
        </p:spPr>
        <p:txBody>
          <a:bodyPr rtlCol="0">
            <a:normAutofit/>
          </a:bodyPr>
          <a:lstStyle/>
          <a:p>
            <a:r>
              <a:rPr lang="en-GB" b="1" noProof="1">
                <a:solidFill>
                  <a:schemeClr val="tx2"/>
                </a:solidFill>
              </a:rPr>
              <a:t>Create a Project: </a:t>
            </a:r>
            <a:r>
              <a:rPr lang="en-GB" noProof="1">
                <a:solidFill>
                  <a:schemeClr val="tx2"/>
                </a:solidFill>
              </a:rPr>
              <a:t>Use the Blynk app to create a new project and configure the widgets.</a:t>
            </a:r>
          </a:p>
          <a:p>
            <a:pPr marL="0" indent="0">
              <a:buNone/>
            </a:pPr>
            <a:endParaRPr lang="en-GB" noProof="1">
              <a:solidFill>
                <a:schemeClr val="tx2"/>
              </a:solidFill>
            </a:endParaRPr>
          </a:p>
          <a:p>
            <a:r>
              <a:rPr lang="en-GB" b="1" noProof="1">
                <a:solidFill>
                  <a:schemeClr val="tx2"/>
                </a:solidFill>
              </a:rPr>
              <a:t>Connect Hardware: </a:t>
            </a:r>
            <a:r>
              <a:rPr lang="en-GB" noProof="1">
                <a:solidFill>
                  <a:schemeClr val="tx2"/>
                </a:solidFill>
              </a:rPr>
              <a:t>Use the Blynk library to write firmware that connects your hardware to the Blynk server.</a:t>
            </a:r>
          </a:p>
          <a:p>
            <a:pPr marL="0" indent="0">
              <a:buNone/>
            </a:pPr>
            <a:endParaRPr lang="en-GB" noProof="1">
              <a:solidFill>
                <a:schemeClr val="tx2"/>
              </a:solidFill>
            </a:endParaRPr>
          </a:p>
          <a:p>
            <a:r>
              <a:rPr lang="en-GB" b="1" noProof="1">
                <a:solidFill>
                  <a:schemeClr val="tx2"/>
                </a:solidFill>
              </a:rPr>
              <a:t>Control and Monitor: </a:t>
            </a:r>
            <a:r>
              <a:rPr lang="en-GB" noProof="1">
                <a:solidFill>
                  <a:schemeClr val="tx2"/>
                </a:solidFill>
              </a:rPr>
              <a:t>Use the Blynk app to control the hardware and monitor sensor data in real-time.</a:t>
            </a:r>
          </a:p>
        </p:txBody>
      </p:sp>
      <p:sp>
        <p:nvSpPr>
          <p:cNvPr id="5" name="Slide Number Placeholder 4">
            <a:extLst>
              <a:ext uri="{FF2B5EF4-FFF2-40B4-BE49-F238E27FC236}">
                <a16:creationId xmlns:a16="http://schemas.microsoft.com/office/drawing/2014/main" id="{B18C9971-C7D2-435E-9037-EB3D7CCAF12D}"/>
              </a:ext>
            </a:extLst>
          </p:cNvPr>
          <p:cNvSpPr>
            <a:spLocks noGrp="1"/>
          </p:cNvSpPr>
          <p:nvPr>
            <p:ph type="sldNum" sz="quarter" idx="10"/>
          </p:nvPr>
        </p:nvSpPr>
        <p:spPr>
          <a:xfrm>
            <a:off x="11353800" y="6361475"/>
            <a:ext cx="838200" cy="360000"/>
          </a:xfrm>
        </p:spPr>
        <p:txBody>
          <a:bodyPr rtlCol="0"/>
          <a:lstStyle/>
          <a:p>
            <a:pPr rtl="0"/>
            <a:r>
              <a:rPr lang="en-GB"/>
              <a:t>PAGE </a:t>
            </a:r>
            <a:fld id="{4A9B5881-4007-4345-955A-79C2656F0C49}" type="slidenum">
              <a:rPr lang="en-GB" smtClean="0"/>
              <a:pPr rtl="0"/>
              <a:t>9</a:t>
            </a:fld>
            <a:endParaRPr lang="en-GB" dirty="0"/>
          </a:p>
        </p:txBody>
      </p:sp>
      <p:sp>
        <p:nvSpPr>
          <p:cNvPr id="10" name="!!Rectangle 7">
            <a:extLst>
              <a:ext uri="{FF2B5EF4-FFF2-40B4-BE49-F238E27FC236}">
                <a16:creationId xmlns:a16="http://schemas.microsoft.com/office/drawing/2014/main" id="{3964BA64-B4F9-B9DC-3FEE-EA184880AF33}"/>
              </a:ext>
              <a:ext uri="{C183D7F6-B498-43B3-948B-1728B52AA6E4}">
                <adec:decorative xmlns:adec="http://schemas.microsoft.com/office/drawing/2017/decorative" val="1"/>
              </a:ext>
            </a:extLst>
          </p:cNvPr>
          <p:cNvSpPr/>
          <p:nvPr/>
        </p:nvSpPr>
        <p:spPr>
          <a:xfrm>
            <a:off x="1152289" y="6540665"/>
            <a:ext cx="2552123" cy="173829"/>
          </a:xfrm>
          <a:prstGeom prst="rect">
            <a:avLst/>
          </a:prstGeom>
          <a:gradFill>
            <a:gsLst>
              <a:gs pos="0">
                <a:schemeClr val="accent2"/>
              </a:gs>
              <a:gs pos="100000">
                <a:schemeClr val="tx1">
                  <a:lumMod val="75000"/>
                  <a:lumOff val="2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n-GB" sz="1200" dirty="0"/>
              <a:t>Introduction</a:t>
            </a:r>
          </a:p>
        </p:txBody>
      </p:sp>
      <p:sp>
        <p:nvSpPr>
          <p:cNvPr id="11" name="!!Rectangle 8">
            <a:extLst>
              <a:ext uri="{FF2B5EF4-FFF2-40B4-BE49-F238E27FC236}">
                <a16:creationId xmlns:a16="http://schemas.microsoft.com/office/drawing/2014/main" id="{93014E49-C4D7-DF37-DEEE-4D37698E67C3}"/>
              </a:ext>
              <a:ext uri="{C183D7F6-B498-43B3-948B-1728B52AA6E4}">
                <adec:decorative xmlns:adec="http://schemas.microsoft.com/office/drawing/2017/decorative" val="1"/>
              </a:ext>
            </a:extLst>
          </p:cNvPr>
          <p:cNvSpPr/>
          <p:nvPr/>
        </p:nvSpPr>
        <p:spPr>
          <a:xfrm>
            <a:off x="3697432" y="6540665"/>
            <a:ext cx="2552123" cy="18081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n-GB" sz="1200" dirty="0"/>
              <a:t>Protocols</a:t>
            </a:r>
          </a:p>
        </p:txBody>
      </p:sp>
      <p:sp>
        <p:nvSpPr>
          <p:cNvPr id="12" name="!!Rectangle 10">
            <a:extLst>
              <a:ext uri="{FF2B5EF4-FFF2-40B4-BE49-F238E27FC236}">
                <a16:creationId xmlns:a16="http://schemas.microsoft.com/office/drawing/2014/main" id="{50B0634D-D163-3D31-9256-2306264F275C}"/>
              </a:ext>
              <a:ext uri="{C183D7F6-B498-43B3-948B-1728B52AA6E4}">
                <adec:decorative xmlns:adec="http://schemas.microsoft.com/office/drawing/2017/decorative" val="1"/>
              </a:ext>
            </a:extLst>
          </p:cNvPr>
          <p:cNvSpPr/>
          <p:nvPr/>
        </p:nvSpPr>
        <p:spPr>
          <a:xfrm>
            <a:off x="6249555" y="6540664"/>
            <a:ext cx="2552123" cy="18081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n-GB" sz="1200" dirty="0"/>
              <a:t>Application</a:t>
            </a:r>
          </a:p>
        </p:txBody>
      </p:sp>
      <p:sp>
        <p:nvSpPr>
          <p:cNvPr id="13" name="!!Rectangle 11">
            <a:extLst>
              <a:ext uri="{FF2B5EF4-FFF2-40B4-BE49-F238E27FC236}">
                <a16:creationId xmlns:a16="http://schemas.microsoft.com/office/drawing/2014/main" id="{E35CF06D-9487-D093-0144-C62F8AEACB10}"/>
              </a:ext>
              <a:ext uri="{C183D7F6-B498-43B3-948B-1728B52AA6E4}">
                <adec:decorative xmlns:adec="http://schemas.microsoft.com/office/drawing/2017/decorative" val="1"/>
              </a:ext>
            </a:extLst>
          </p:cNvPr>
          <p:cNvSpPr/>
          <p:nvPr/>
        </p:nvSpPr>
        <p:spPr>
          <a:xfrm>
            <a:off x="8801677" y="6361476"/>
            <a:ext cx="2552123" cy="360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n-GB" sz="1200" dirty="0"/>
              <a:t>Course plan</a:t>
            </a:r>
          </a:p>
        </p:txBody>
      </p:sp>
      <p:sp>
        <p:nvSpPr>
          <p:cNvPr id="14" name="Isosceles Triangle 13">
            <a:extLst>
              <a:ext uri="{FF2B5EF4-FFF2-40B4-BE49-F238E27FC236}">
                <a16:creationId xmlns:a16="http://schemas.microsoft.com/office/drawing/2014/main" id="{A1C4658B-5DBA-D3E9-F1D0-ADD21BD22E50}"/>
              </a:ext>
              <a:ext uri="{C183D7F6-B498-43B3-948B-1728B52AA6E4}">
                <adec:decorative xmlns:adec="http://schemas.microsoft.com/office/drawing/2017/decorative" val="1"/>
              </a:ext>
            </a:extLst>
          </p:cNvPr>
          <p:cNvSpPr/>
          <p:nvPr/>
        </p:nvSpPr>
        <p:spPr>
          <a:xfrm rot="10800000">
            <a:off x="10006314" y="6224125"/>
            <a:ext cx="142847" cy="91567"/>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Tree>
    <p:extLst>
      <p:ext uri="{BB962C8B-B14F-4D97-AF65-F5344CB8AC3E}">
        <p14:creationId xmlns:p14="http://schemas.microsoft.com/office/powerpoint/2010/main" val="14702695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descr="A close up of a device&#10;&#10;Description automatically generated">
            <a:extLst>
              <a:ext uri="{FF2B5EF4-FFF2-40B4-BE49-F238E27FC236}">
                <a16:creationId xmlns:a16="http://schemas.microsoft.com/office/drawing/2014/main" id="{CABF3061-4C8A-CCAB-AC37-505DB64FF160}"/>
              </a:ext>
            </a:extLst>
          </p:cNvPr>
          <p:cNvPicPr>
            <a:picLocks noChangeAspect="1"/>
          </p:cNvPicPr>
          <p:nvPr/>
        </p:nvPicPr>
        <p:blipFill>
          <a:blip r:embed="rId3"/>
          <a:stretch>
            <a:fillRect/>
          </a:stretch>
        </p:blipFill>
        <p:spPr>
          <a:xfrm>
            <a:off x="0" y="0"/>
            <a:ext cx="9249878" cy="6840306"/>
          </a:xfrm>
          <a:prstGeom prst="rect">
            <a:avLst/>
          </a:prstGeom>
        </p:spPr>
      </p:pic>
      <p:sp>
        <p:nvSpPr>
          <p:cNvPr id="13" name="Rectangle 12">
            <a:extLst>
              <a:ext uri="{FF2B5EF4-FFF2-40B4-BE49-F238E27FC236}">
                <a16:creationId xmlns:a16="http://schemas.microsoft.com/office/drawing/2014/main" id="{3D97FD29-3BFA-353A-11D0-E913801F2AD6}"/>
              </a:ext>
            </a:extLst>
          </p:cNvPr>
          <p:cNvSpPr/>
          <p:nvPr/>
        </p:nvSpPr>
        <p:spPr>
          <a:xfrm>
            <a:off x="4624939" y="1514225"/>
            <a:ext cx="7074569" cy="4119612"/>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itle 5">
            <a:extLst>
              <a:ext uri="{FF2B5EF4-FFF2-40B4-BE49-F238E27FC236}">
                <a16:creationId xmlns:a16="http://schemas.microsoft.com/office/drawing/2014/main" id="{DE253D32-8B7B-47D0-BB63-402C3DB9B549}"/>
              </a:ext>
            </a:extLst>
          </p:cNvPr>
          <p:cNvSpPr>
            <a:spLocks noGrp="1"/>
          </p:cNvSpPr>
          <p:nvPr>
            <p:ph type="title"/>
          </p:nvPr>
        </p:nvSpPr>
        <p:spPr>
          <a:xfrm>
            <a:off x="4942071" y="955832"/>
            <a:ext cx="4989396" cy="1551573"/>
          </a:xfrm>
        </p:spPr>
        <p:txBody>
          <a:bodyPr rtlCol="0"/>
          <a:lstStyle/>
          <a:p>
            <a:pPr rtl="0"/>
            <a:r>
              <a:rPr lang="en-GB" b="1" dirty="0"/>
              <a:t>Ultrasonic sensor</a:t>
            </a:r>
          </a:p>
        </p:txBody>
      </p:sp>
      <p:sp>
        <p:nvSpPr>
          <p:cNvPr id="7" name="Content Placeholder 6">
            <a:extLst>
              <a:ext uri="{FF2B5EF4-FFF2-40B4-BE49-F238E27FC236}">
                <a16:creationId xmlns:a16="http://schemas.microsoft.com/office/drawing/2014/main" id="{1D6EB617-E017-4B26-9576-8578E948979A}"/>
              </a:ext>
            </a:extLst>
          </p:cNvPr>
          <p:cNvSpPr>
            <a:spLocks noGrp="1"/>
          </p:cNvSpPr>
          <p:nvPr>
            <p:ph idx="1"/>
          </p:nvPr>
        </p:nvSpPr>
        <p:spPr>
          <a:xfrm>
            <a:off x="4942071" y="2638448"/>
            <a:ext cx="6019813" cy="2705327"/>
          </a:xfrm>
        </p:spPr>
        <p:txBody>
          <a:bodyPr rtlCol="0"/>
          <a:lstStyle/>
          <a:p>
            <a:pPr rtl="0"/>
            <a:r>
              <a:rPr lang="en-GB" dirty="0"/>
              <a:t>An ultrasonic sensor measures distance by using ultrasonic waves. It emits a sound wave at a frequency above the range of human hearing and measures the time it takes for the sound to bounce back from an object.</a:t>
            </a:r>
          </a:p>
          <a:p>
            <a:pPr rtl="0"/>
            <a:r>
              <a:rPr lang="en-GB" dirty="0"/>
              <a:t>It relies on transmission, reception and distance calculation</a:t>
            </a:r>
          </a:p>
          <a:p>
            <a:pPr rtl="0"/>
            <a:r>
              <a:rPr lang="en-GB" dirty="0"/>
              <a:t>Pin config is VCC, TRIG, ECHO, AND GND</a:t>
            </a:r>
          </a:p>
        </p:txBody>
      </p:sp>
      <p:sp>
        <p:nvSpPr>
          <p:cNvPr id="4" name="Slide Number Placeholder 3">
            <a:extLst>
              <a:ext uri="{FF2B5EF4-FFF2-40B4-BE49-F238E27FC236}">
                <a16:creationId xmlns:a16="http://schemas.microsoft.com/office/drawing/2014/main" id="{D4C183CA-19AD-485E-AEC5-FC032D453828}"/>
              </a:ext>
            </a:extLst>
          </p:cNvPr>
          <p:cNvSpPr>
            <a:spLocks noGrp="1"/>
          </p:cNvSpPr>
          <p:nvPr>
            <p:ph type="sldNum" sz="quarter" idx="12"/>
          </p:nvPr>
        </p:nvSpPr>
        <p:spPr/>
        <p:txBody>
          <a:bodyPr rtlCol="0"/>
          <a:lstStyle/>
          <a:p>
            <a:pPr rtl="0"/>
            <a:fld id="{03DC2DEF-D2FE-4B45-ABA4-9F153FD1C98A}" type="slidenum">
              <a:rPr lang="en-GB" smtClean="0"/>
              <a:t>10</a:t>
            </a:fld>
            <a:endParaRPr lang="en-GB"/>
          </a:p>
        </p:txBody>
      </p:sp>
    </p:spTree>
    <p:extLst>
      <p:ext uri="{BB962C8B-B14F-4D97-AF65-F5344CB8AC3E}">
        <p14:creationId xmlns:p14="http://schemas.microsoft.com/office/powerpoint/2010/main" val="24801018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CABF3061-4C8A-CCAB-AC37-505DB64FF160}"/>
              </a:ext>
            </a:extLst>
          </p:cNvPr>
          <p:cNvPicPr>
            <a:picLocks noChangeAspect="1"/>
          </p:cNvPicPr>
          <p:nvPr/>
        </p:nvPicPr>
        <p:blipFill>
          <a:blip r:embed="rId3"/>
          <a:srcRect/>
          <a:stretch/>
        </p:blipFill>
        <p:spPr>
          <a:xfrm flipH="1">
            <a:off x="-49100" y="-1"/>
            <a:ext cx="9561313" cy="6858001"/>
          </a:xfrm>
          <a:prstGeom prst="rect">
            <a:avLst/>
          </a:prstGeom>
        </p:spPr>
      </p:pic>
      <p:sp>
        <p:nvSpPr>
          <p:cNvPr id="13" name="Rectangle 12">
            <a:extLst>
              <a:ext uri="{FF2B5EF4-FFF2-40B4-BE49-F238E27FC236}">
                <a16:creationId xmlns:a16="http://schemas.microsoft.com/office/drawing/2014/main" id="{3D97FD29-3BFA-353A-11D0-E913801F2AD6}"/>
              </a:ext>
            </a:extLst>
          </p:cNvPr>
          <p:cNvSpPr/>
          <p:nvPr/>
        </p:nvSpPr>
        <p:spPr>
          <a:xfrm>
            <a:off x="4624939" y="1514225"/>
            <a:ext cx="7074569" cy="4119612"/>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itle 5">
            <a:extLst>
              <a:ext uri="{FF2B5EF4-FFF2-40B4-BE49-F238E27FC236}">
                <a16:creationId xmlns:a16="http://schemas.microsoft.com/office/drawing/2014/main" id="{DE253D32-8B7B-47D0-BB63-402C3DB9B549}"/>
              </a:ext>
            </a:extLst>
          </p:cNvPr>
          <p:cNvSpPr>
            <a:spLocks noGrp="1"/>
          </p:cNvSpPr>
          <p:nvPr>
            <p:ph type="title"/>
          </p:nvPr>
        </p:nvSpPr>
        <p:spPr>
          <a:xfrm>
            <a:off x="4942071" y="955832"/>
            <a:ext cx="4989396" cy="1551573"/>
          </a:xfrm>
        </p:spPr>
        <p:txBody>
          <a:bodyPr rtlCol="0"/>
          <a:lstStyle/>
          <a:p>
            <a:pPr rtl="0"/>
            <a:r>
              <a:rPr lang="en-GB" b="1" dirty="0"/>
              <a:t>DHT11 sensor</a:t>
            </a:r>
          </a:p>
        </p:txBody>
      </p:sp>
      <p:sp>
        <p:nvSpPr>
          <p:cNvPr id="7" name="Content Placeholder 6">
            <a:extLst>
              <a:ext uri="{FF2B5EF4-FFF2-40B4-BE49-F238E27FC236}">
                <a16:creationId xmlns:a16="http://schemas.microsoft.com/office/drawing/2014/main" id="{1D6EB617-E017-4B26-9576-8578E948979A}"/>
              </a:ext>
            </a:extLst>
          </p:cNvPr>
          <p:cNvSpPr>
            <a:spLocks noGrp="1"/>
          </p:cNvSpPr>
          <p:nvPr>
            <p:ph idx="1"/>
          </p:nvPr>
        </p:nvSpPr>
        <p:spPr>
          <a:xfrm>
            <a:off x="4942071" y="2638448"/>
            <a:ext cx="6019813" cy="2705327"/>
          </a:xfrm>
        </p:spPr>
        <p:txBody>
          <a:bodyPr rtlCol="0">
            <a:normAutofit lnSpcReduction="10000"/>
          </a:bodyPr>
          <a:lstStyle/>
          <a:p>
            <a:pPr rtl="0"/>
            <a:r>
              <a:rPr lang="en-GB" dirty="0"/>
              <a:t>The DHT11 uses a capacitive humidity sensor. It consists of two electrodes with a moisture-holding substrate between them. As the humidity changes, the conductivity of the substrate changes, affecting the capacitance between the electrodes.</a:t>
            </a:r>
          </a:p>
          <a:p>
            <a:pPr rtl="0"/>
            <a:r>
              <a:rPr lang="en-GB" dirty="0"/>
              <a:t>The temperature sensor is a thermistor, a type of resistor whose resistance changes with temperature. It is typically a Negative Temperature Coefficient (NTC) thermistor, meaning its resistance decreases as the temperature increases.</a:t>
            </a:r>
          </a:p>
        </p:txBody>
      </p:sp>
      <p:sp>
        <p:nvSpPr>
          <p:cNvPr id="4" name="Slide Number Placeholder 3">
            <a:extLst>
              <a:ext uri="{FF2B5EF4-FFF2-40B4-BE49-F238E27FC236}">
                <a16:creationId xmlns:a16="http://schemas.microsoft.com/office/drawing/2014/main" id="{D4C183CA-19AD-485E-AEC5-FC032D453828}"/>
              </a:ext>
            </a:extLst>
          </p:cNvPr>
          <p:cNvSpPr>
            <a:spLocks noGrp="1"/>
          </p:cNvSpPr>
          <p:nvPr>
            <p:ph type="sldNum" sz="quarter" idx="12"/>
          </p:nvPr>
        </p:nvSpPr>
        <p:spPr/>
        <p:txBody>
          <a:bodyPr rtlCol="0"/>
          <a:lstStyle/>
          <a:p>
            <a:pPr rtl="0"/>
            <a:fld id="{03DC2DEF-D2FE-4B45-ABA4-9F153FD1C98A}" type="slidenum">
              <a:rPr lang="en-GB" smtClean="0"/>
              <a:t>11</a:t>
            </a:fld>
            <a:endParaRPr lang="en-GB"/>
          </a:p>
        </p:txBody>
      </p:sp>
    </p:spTree>
    <p:extLst>
      <p:ext uri="{BB962C8B-B14F-4D97-AF65-F5344CB8AC3E}">
        <p14:creationId xmlns:p14="http://schemas.microsoft.com/office/powerpoint/2010/main" val="7628140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pic>
        <p:nvPicPr>
          <p:cNvPr id="5" name="Picture Placeholder 7">
            <a:extLst>
              <a:ext uri="{FF2B5EF4-FFF2-40B4-BE49-F238E27FC236}">
                <a16:creationId xmlns:a16="http://schemas.microsoft.com/office/drawing/2014/main" id="{6AF2BE8D-A98C-F3FA-50CD-965B1C399B74}"/>
              </a:ext>
            </a:extLst>
          </p:cNvPr>
          <p:cNvPicPr>
            <a:picLocks noChangeAspect="1"/>
          </p:cNvPicPr>
          <p:nvPr/>
        </p:nvPicPr>
        <p:blipFill>
          <a:blip r:embed="rId3"/>
          <a:srcRect l="5904" r="5904"/>
          <a:stretch/>
        </p:blipFill>
        <p:spPr>
          <a:xfrm>
            <a:off x="6698457" y="0"/>
            <a:ext cx="6096000" cy="6858000"/>
          </a:xfrm>
          <a:prstGeom prst="parallelogram">
            <a:avLst/>
          </a:prstGeom>
        </p:spPr>
      </p:pic>
      <p:sp>
        <p:nvSpPr>
          <p:cNvPr id="2" name="Title 1">
            <a:extLst>
              <a:ext uri="{FF2B5EF4-FFF2-40B4-BE49-F238E27FC236}">
                <a16:creationId xmlns:a16="http://schemas.microsoft.com/office/drawing/2014/main" id="{E199600F-A17E-4354-A7AB-0CC2A43A9354}"/>
              </a:ext>
            </a:extLst>
          </p:cNvPr>
          <p:cNvSpPr>
            <a:spLocks noGrp="1"/>
          </p:cNvSpPr>
          <p:nvPr>
            <p:ph type="title"/>
          </p:nvPr>
        </p:nvSpPr>
        <p:spPr>
          <a:xfrm>
            <a:off x="838200" y="589211"/>
            <a:ext cx="6273800" cy="833663"/>
          </a:xfrm>
          <a:solidFill>
            <a:schemeClr val="tx2"/>
          </a:solidFill>
        </p:spPr>
        <p:txBody>
          <a:bodyPr rtlCol="0"/>
          <a:lstStyle/>
          <a:p>
            <a:pPr rtl="0"/>
            <a:r>
              <a:rPr lang="en-GB" b="1" dirty="0"/>
              <a:t>MQ sensors</a:t>
            </a:r>
          </a:p>
        </p:txBody>
      </p:sp>
      <p:sp>
        <p:nvSpPr>
          <p:cNvPr id="3" name="Content Placeholder 2">
            <a:extLst>
              <a:ext uri="{FF2B5EF4-FFF2-40B4-BE49-F238E27FC236}">
                <a16:creationId xmlns:a16="http://schemas.microsoft.com/office/drawing/2014/main" id="{FA6A4B49-27C8-46B6-8B11-AD7E8F615E2C}"/>
              </a:ext>
            </a:extLst>
          </p:cNvPr>
          <p:cNvSpPr>
            <a:spLocks noGrp="1"/>
          </p:cNvSpPr>
          <p:nvPr>
            <p:ph idx="1"/>
          </p:nvPr>
        </p:nvSpPr>
        <p:spPr/>
        <p:txBody>
          <a:bodyPr rtlCol="0">
            <a:normAutofit/>
          </a:bodyPr>
          <a:lstStyle/>
          <a:p>
            <a:pPr rtl="0"/>
            <a:r>
              <a:rPr lang="en-GB" noProof="1">
                <a:solidFill>
                  <a:schemeClr val="tx2"/>
                </a:solidFill>
              </a:rPr>
              <a:t>Working Principle</a:t>
            </a:r>
          </a:p>
          <a:p>
            <a:pPr rtl="0"/>
            <a:r>
              <a:rPr lang="en-GB" noProof="1">
                <a:solidFill>
                  <a:schemeClr val="tx2"/>
                </a:solidFill>
              </a:rPr>
              <a:t>Heating the Sensing ElementHeater Coil: Brings the sensor to an optimal temperature for detecting gases. </a:t>
            </a:r>
          </a:p>
          <a:p>
            <a:pPr rtl="0"/>
            <a:r>
              <a:rPr lang="en-GB" noProof="1">
                <a:solidFill>
                  <a:schemeClr val="tx2"/>
                </a:solidFill>
              </a:rPr>
              <a:t>The sensing element interacts with the gas molecules. The presence of target gases alters the resistance of the chemical layer on the sensing element.</a:t>
            </a:r>
          </a:p>
          <a:p>
            <a:pPr rtl="0"/>
            <a:r>
              <a:rPr lang="en-GB" noProof="1">
                <a:solidFill>
                  <a:schemeClr val="tx2"/>
                </a:solidFill>
              </a:rPr>
              <a:t>The change in resistance is converted into an analog signal.</a:t>
            </a:r>
          </a:p>
          <a:p>
            <a:pPr rtl="0"/>
            <a:r>
              <a:rPr lang="en-GB" noProof="1">
                <a:solidFill>
                  <a:schemeClr val="tx2"/>
                </a:solidFill>
              </a:rPr>
              <a:t>The analog signal can be read and processed by a microcontroller to determine gas concentration.</a:t>
            </a:r>
          </a:p>
        </p:txBody>
      </p:sp>
      <p:sp>
        <p:nvSpPr>
          <p:cNvPr id="4" name="Slide Number Placeholder 3">
            <a:extLst>
              <a:ext uri="{FF2B5EF4-FFF2-40B4-BE49-F238E27FC236}">
                <a16:creationId xmlns:a16="http://schemas.microsoft.com/office/drawing/2014/main" id="{62B4CE3A-8C88-45AA-A849-57E5A7AC22C1}"/>
              </a:ext>
            </a:extLst>
          </p:cNvPr>
          <p:cNvSpPr>
            <a:spLocks noGrp="1"/>
          </p:cNvSpPr>
          <p:nvPr>
            <p:ph type="sldNum" sz="quarter" idx="10"/>
          </p:nvPr>
        </p:nvSpPr>
        <p:spPr>
          <a:xfrm>
            <a:off x="11353800" y="6361475"/>
            <a:ext cx="838200" cy="360000"/>
          </a:xfrm>
        </p:spPr>
        <p:txBody>
          <a:bodyPr rtlCol="0"/>
          <a:lstStyle/>
          <a:p>
            <a:pPr rtl="0"/>
            <a:r>
              <a:rPr lang="en-GB"/>
              <a:t>PAGE </a:t>
            </a:r>
            <a:fld id="{4A9B5881-4007-4345-955A-79C2656F0C49}" type="slidenum">
              <a:rPr lang="en-GB" smtClean="0"/>
              <a:pPr rtl="0"/>
              <a:t>12</a:t>
            </a:fld>
            <a:endParaRPr lang="en-GB" dirty="0"/>
          </a:p>
        </p:txBody>
      </p:sp>
      <p:sp>
        <p:nvSpPr>
          <p:cNvPr id="14" name="Isosceles Triangle 13">
            <a:extLst>
              <a:ext uri="{FF2B5EF4-FFF2-40B4-BE49-F238E27FC236}">
                <a16:creationId xmlns:a16="http://schemas.microsoft.com/office/drawing/2014/main" id="{1D0A4E21-00BC-4451-94C9-943503852954}"/>
              </a:ext>
              <a:ext uri="{C183D7F6-B498-43B3-948B-1728B52AA6E4}">
                <adec:decorative xmlns:adec="http://schemas.microsoft.com/office/drawing/2017/decorative" val="1"/>
              </a:ext>
            </a:extLst>
          </p:cNvPr>
          <p:cNvSpPr/>
          <p:nvPr/>
        </p:nvSpPr>
        <p:spPr>
          <a:xfrm rot="10800000">
            <a:off x="2349947" y="6271566"/>
            <a:ext cx="142847" cy="91567"/>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Tree>
    <p:extLst>
      <p:ext uri="{BB962C8B-B14F-4D97-AF65-F5344CB8AC3E}">
        <p14:creationId xmlns:p14="http://schemas.microsoft.com/office/powerpoint/2010/main" val="152158878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7BEE8E0-7F2C-176C-B69E-87F51F280A82}"/>
              </a:ext>
            </a:extLst>
          </p:cNvPr>
          <p:cNvSpPr/>
          <p:nvPr/>
        </p:nvSpPr>
        <p:spPr>
          <a:xfrm>
            <a:off x="0" y="0"/>
            <a:ext cx="4729163" cy="685800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itle 5">
            <a:extLst>
              <a:ext uri="{FF2B5EF4-FFF2-40B4-BE49-F238E27FC236}">
                <a16:creationId xmlns:a16="http://schemas.microsoft.com/office/drawing/2014/main" id="{DE253D32-8B7B-47D0-BB63-402C3DB9B549}"/>
              </a:ext>
            </a:extLst>
          </p:cNvPr>
          <p:cNvSpPr>
            <a:spLocks noGrp="1"/>
          </p:cNvSpPr>
          <p:nvPr>
            <p:ph type="title"/>
          </p:nvPr>
        </p:nvSpPr>
        <p:spPr>
          <a:xfrm>
            <a:off x="7052320" y="719799"/>
            <a:ext cx="4989396" cy="1049356"/>
          </a:xfrm>
        </p:spPr>
        <p:txBody>
          <a:bodyPr rtlCol="0"/>
          <a:lstStyle/>
          <a:p>
            <a:pPr rtl="0"/>
            <a:r>
              <a:rPr lang="en-GB" b="1" dirty="0">
                <a:solidFill>
                  <a:schemeClr val="tx2"/>
                </a:solidFill>
              </a:rPr>
              <a:t>Types of MQ sensor</a:t>
            </a:r>
          </a:p>
        </p:txBody>
      </p:sp>
      <p:sp>
        <p:nvSpPr>
          <p:cNvPr id="7" name="Content Placeholder 6">
            <a:extLst>
              <a:ext uri="{FF2B5EF4-FFF2-40B4-BE49-F238E27FC236}">
                <a16:creationId xmlns:a16="http://schemas.microsoft.com/office/drawing/2014/main" id="{1D6EB617-E017-4B26-9576-8578E948979A}"/>
              </a:ext>
            </a:extLst>
          </p:cNvPr>
          <p:cNvSpPr>
            <a:spLocks noGrp="1"/>
          </p:cNvSpPr>
          <p:nvPr>
            <p:ph idx="1"/>
          </p:nvPr>
        </p:nvSpPr>
        <p:spPr>
          <a:xfrm>
            <a:off x="6906138" y="1829884"/>
            <a:ext cx="4989396" cy="3962585"/>
          </a:xfrm>
        </p:spPr>
        <p:txBody>
          <a:bodyPr rtlCol="0">
            <a:normAutofit/>
          </a:bodyPr>
          <a:lstStyle/>
          <a:p>
            <a:pPr rtl="0"/>
            <a:r>
              <a:rPr lang="en-GB" dirty="0">
                <a:solidFill>
                  <a:schemeClr val="tx2"/>
                </a:solidFill>
              </a:rPr>
              <a:t>MQ sensors are a series of gas sensors used for detecting various gases in the air.</a:t>
            </a:r>
          </a:p>
          <a:p>
            <a:pPr rtl="0"/>
            <a:r>
              <a:rPr lang="en-GB" dirty="0">
                <a:solidFill>
                  <a:schemeClr val="tx2"/>
                </a:solidFill>
              </a:rPr>
              <a:t>We will be using MQ-2 sensor in the following session.</a:t>
            </a:r>
          </a:p>
          <a:p>
            <a:pPr rtl="0"/>
            <a:r>
              <a:rPr lang="en-GB" dirty="0">
                <a:solidFill>
                  <a:schemeClr val="tx2"/>
                </a:solidFill>
              </a:rPr>
              <a:t>MQ-2 Detects: LPG, Methane, Hydrogen, Smoke</a:t>
            </a:r>
          </a:p>
        </p:txBody>
      </p:sp>
      <p:sp>
        <p:nvSpPr>
          <p:cNvPr id="4" name="Slide Number Placeholder 3">
            <a:extLst>
              <a:ext uri="{FF2B5EF4-FFF2-40B4-BE49-F238E27FC236}">
                <a16:creationId xmlns:a16="http://schemas.microsoft.com/office/drawing/2014/main" id="{D4C183CA-19AD-485E-AEC5-FC032D453828}"/>
              </a:ext>
            </a:extLst>
          </p:cNvPr>
          <p:cNvSpPr>
            <a:spLocks noGrp="1"/>
          </p:cNvSpPr>
          <p:nvPr>
            <p:ph type="sldNum" sz="quarter" idx="12"/>
          </p:nvPr>
        </p:nvSpPr>
        <p:spPr/>
        <p:txBody>
          <a:bodyPr rtlCol="0"/>
          <a:lstStyle/>
          <a:p>
            <a:pPr rtl="0"/>
            <a:fld id="{03DC2DEF-D2FE-4B45-ABA4-9F153FD1C98A}" type="slidenum">
              <a:rPr lang="en-GB" smtClean="0"/>
              <a:t>13</a:t>
            </a:fld>
            <a:endParaRPr lang="en-GB"/>
          </a:p>
        </p:txBody>
      </p:sp>
      <p:sp>
        <p:nvSpPr>
          <p:cNvPr id="3" name="Rectangle 2">
            <a:extLst>
              <a:ext uri="{FF2B5EF4-FFF2-40B4-BE49-F238E27FC236}">
                <a16:creationId xmlns:a16="http://schemas.microsoft.com/office/drawing/2014/main" id="{BFECFA81-17CB-B651-16E5-2BA1D74EEFAF}"/>
              </a:ext>
            </a:extLst>
          </p:cNvPr>
          <p:cNvSpPr/>
          <p:nvPr/>
        </p:nvSpPr>
        <p:spPr>
          <a:xfrm>
            <a:off x="2493167" y="342900"/>
            <a:ext cx="4412971" cy="85725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extLst>
              <a:ext uri="{FF2B5EF4-FFF2-40B4-BE49-F238E27FC236}">
                <a16:creationId xmlns:a16="http://schemas.microsoft.com/office/drawing/2014/main" id="{957E45D2-B8FC-0336-9C60-88F8AA18D7AA}"/>
              </a:ext>
            </a:extLst>
          </p:cNvPr>
          <p:cNvSpPr/>
          <p:nvPr/>
        </p:nvSpPr>
        <p:spPr>
          <a:xfrm>
            <a:off x="0" y="5932850"/>
            <a:ext cx="3776778" cy="9251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0" name="Picture Placeholder 9">
            <a:extLst>
              <a:ext uri="{FF2B5EF4-FFF2-40B4-BE49-F238E27FC236}">
                <a16:creationId xmlns:a16="http://schemas.microsoft.com/office/drawing/2014/main" id="{618DD966-19F0-4350-AC58-AE86C210BDD3}"/>
              </a:ext>
              <a:ext uri="{C183D7F6-B498-43B3-948B-1728B52AA6E4}">
                <adec:decorative xmlns:adec="http://schemas.microsoft.com/office/drawing/2017/decorative" val="1"/>
              </a:ext>
            </a:extLst>
          </p:cNvPr>
          <p:cNvPicPr>
            <a:picLocks noGrp="1" noChangeAspect="1"/>
          </p:cNvPicPr>
          <p:nvPr>
            <p:ph type="pic" sz="quarter" idx="13"/>
          </p:nvPr>
        </p:nvPicPr>
        <p:blipFill>
          <a:blip r:embed="rId3"/>
          <a:srcRect/>
          <a:stretch/>
        </p:blipFill>
        <p:spPr>
          <a:xfrm>
            <a:off x="607219" y="642938"/>
            <a:ext cx="6159997" cy="5968584"/>
          </a:xfrm>
        </p:spPr>
      </p:pic>
    </p:spTree>
    <p:extLst>
      <p:ext uri="{BB962C8B-B14F-4D97-AF65-F5344CB8AC3E}">
        <p14:creationId xmlns:p14="http://schemas.microsoft.com/office/powerpoint/2010/main" val="15268178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7BEE8E0-7F2C-176C-B69E-87F51F280A82}"/>
              </a:ext>
            </a:extLst>
          </p:cNvPr>
          <p:cNvSpPr/>
          <p:nvPr/>
        </p:nvSpPr>
        <p:spPr>
          <a:xfrm>
            <a:off x="0" y="0"/>
            <a:ext cx="4729163" cy="685800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itle 5">
            <a:extLst>
              <a:ext uri="{FF2B5EF4-FFF2-40B4-BE49-F238E27FC236}">
                <a16:creationId xmlns:a16="http://schemas.microsoft.com/office/drawing/2014/main" id="{DE253D32-8B7B-47D0-BB63-402C3DB9B549}"/>
              </a:ext>
            </a:extLst>
          </p:cNvPr>
          <p:cNvSpPr>
            <a:spLocks noGrp="1"/>
          </p:cNvSpPr>
          <p:nvPr>
            <p:ph type="title"/>
          </p:nvPr>
        </p:nvSpPr>
        <p:spPr>
          <a:xfrm>
            <a:off x="7052320" y="719799"/>
            <a:ext cx="4989396" cy="1049356"/>
          </a:xfrm>
        </p:spPr>
        <p:txBody>
          <a:bodyPr rtlCol="0"/>
          <a:lstStyle/>
          <a:p>
            <a:pPr rtl="0"/>
            <a:r>
              <a:rPr lang="en-GB" b="1" dirty="0">
                <a:solidFill>
                  <a:schemeClr val="tx2"/>
                </a:solidFill>
              </a:rPr>
              <a:t>Analog pin</a:t>
            </a:r>
          </a:p>
        </p:txBody>
      </p:sp>
      <p:sp>
        <p:nvSpPr>
          <p:cNvPr id="7" name="Content Placeholder 6">
            <a:extLst>
              <a:ext uri="{FF2B5EF4-FFF2-40B4-BE49-F238E27FC236}">
                <a16:creationId xmlns:a16="http://schemas.microsoft.com/office/drawing/2014/main" id="{1D6EB617-E017-4B26-9576-8578E948979A}"/>
              </a:ext>
            </a:extLst>
          </p:cNvPr>
          <p:cNvSpPr>
            <a:spLocks noGrp="1"/>
          </p:cNvSpPr>
          <p:nvPr>
            <p:ph idx="1"/>
          </p:nvPr>
        </p:nvSpPr>
        <p:spPr>
          <a:xfrm>
            <a:off x="6906138" y="1829884"/>
            <a:ext cx="4989396" cy="3962585"/>
          </a:xfrm>
        </p:spPr>
        <p:txBody>
          <a:bodyPr rtlCol="0">
            <a:normAutofit/>
          </a:bodyPr>
          <a:lstStyle/>
          <a:p>
            <a:pPr rtl="0"/>
            <a:r>
              <a:rPr lang="en-GB" dirty="0">
                <a:solidFill>
                  <a:schemeClr val="tx2"/>
                </a:solidFill>
              </a:rPr>
              <a:t>The ESP8266 has only one ADC pin, </a:t>
            </a:r>
            <a:r>
              <a:rPr lang="en-GB" dirty="0" err="1">
                <a:solidFill>
                  <a:schemeClr val="tx2"/>
                </a:solidFill>
              </a:rPr>
              <a:t>labeled</a:t>
            </a:r>
            <a:r>
              <a:rPr lang="en-GB" dirty="0">
                <a:solidFill>
                  <a:schemeClr val="tx2"/>
                </a:solidFill>
              </a:rPr>
              <a:t> as A0 or ADC0.</a:t>
            </a:r>
          </a:p>
          <a:p>
            <a:pPr rtl="0"/>
            <a:r>
              <a:rPr lang="en-GB" dirty="0">
                <a:solidFill>
                  <a:schemeClr val="tx2"/>
                </a:solidFill>
              </a:rPr>
              <a:t>The ADC on the ESP8266 is a 10-bit ADC. This means it can represent the input voltage with 1024 discrete levels, ranging from 0 to 1023.</a:t>
            </a:r>
          </a:p>
        </p:txBody>
      </p:sp>
      <p:sp>
        <p:nvSpPr>
          <p:cNvPr id="4" name="Slide Number Placeholder 3">
            <a:extLst>
              <a:ext uri="{FF2B5EF4-FFF2-40B4-BE49-F238E27FC236}">
                <a16:creationId xmlns:a16="http://schemas.microsoft.com/office/drawing/2014/main" id="{D4C183CA-19AD-485E-AEC5-FC032D453828}"/>
              </a:ext>
            </a:extLst>
          </p:cNvPr>
          <p:cNvSpPr>
            <a:spLocks noGrp="1"/>
          </p:cNvSpPr>
          <p:nvPr>
            <p:ph type="sldNum" sz="quarter" idx="12"/>
          </p:nvPr>
        </p:nvSpPr>
        <p:spPr/>
        <p:txBody>
          <a:bodyPr rtlCol="0"/>
          <a:lstStyle/>
          <a:p>
            <a:pPr rtl="0"/>
            <a:fld id="{03DC2DEF-D2FE-4B45-ABA4-9F153FD1C98A}" type="slidenum">
              <a:rPr lang="en-GB" smtClean="0"/>
              <a:t>14</a:t>
            </a:fld>
            <a:endParaRPr lang="en-GB"/>
          </a:p>
        </p:txBody>
      </p:sp>
      <p:sp>
        <p:nvSpPr>
          <p:cNvPr id="3" name="Rectangle 2">
            <a:extLst>
              <a:ext uri="{FF2B5EF4-FFF2-40B4-BE49-F238E27FC236}">
                <a16:creationId xmlns:a16="http://schemas.microsoft.com/office/drawing/2014/main" id="{BFECFA81-17CB-B651-16E5-2BA1D74EEFAF}"/>
              </a:ext>
            </a:extLst>
          </p:cNvPr>
          <p:cNvSpPr/>
          <p:nvPr/>
        </p:nvSpPr>
        <p:spPr>
          <a:xfrm>
            <a:off x="2493167" y="342900"/>
            <a:ext cx="4412971" cy="85725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extLst>
              <a:ext uri="{FF2B5EF4-FFF2-40B4-BE49-F238E27FC236}">
                <a16:creationId xmlns:a16="http://schemas.microsoft.com/office/drawing/2014/main" id="{957E45D2-B8FC-0336-9C60-88F8AA18D7AA}"/>
              </a:ext>
            </a:extLst>
          </p:cNvPr>
          <p:cNvSpPr/>
          <p:nvPr/>
        </p:nvSpPr>
        <p:spPr>
          <a:xfrm>
            <a:off x="0" y="5932850"/>
            <a:ext cx="3776778" cy="9251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0" name="Picture Placeholder 9">
            <a:extLst>
              <a:ext uri="{FF2B5EF4-FFF2-40B4-BE49-F238E27FC236}">
                <a16:creationId xmlns:a16="http://schemas.microsoft.com/office/drawing/2014/main" id="{618DD966-19F0-4350-AC58-AE86C210BDD3}"/>
              </a:ext>
              <a:ext uri="{C183D7F6-B498-43B3-948B-1728B52AA6E4}">
                <adec:decorative xmlns:adec="http://schemas.microsoft.com/office/drawing/2017/decorative" val="1"/>
              </a:ext>
            </a:extLst>
          </p:cNvPr>
          <p:cNvPicPr>
            <a:picLocks noGrp="1" noChangeAspect="1"/>
          </p:cNvPicPr>
          <p:nvPr>
            <p:ph type="pic" sz="quarter" idx="13"/>
          </p:nvPr>
        </p:nvPicPr>
        <p:blipFill>
          <a:blip r:embed="rId3"/>
          <a:srcRect/>
          <a:stretch/>
        </p:blipFill>
        <p:spPr>
          <a:xfrm>
            <a:off x="233203" y="642938"/>
            <a:ext cx="6534013" cy="5493975"/>
          </a:xfrm>
        </p:spPr>
      </p:pic>
    </p:spTree>
    <p:extLst>
      <p:ext uri="{BB962C8B-B14F-4D97-AF65-F5344CB8AC3E}">
        <p14:creationId xmlns:p14="http://schemas.microsoft.com/office/powerpoint/2010/main" val="27440375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7BEE8E0-7F2C-176C-B69E-87F51F280A82}"/>
              </a:ext>
            </a:extLst>
          </p:cNvPr>
          <p:cNvSpPr/>
          <p:nvPr/>
        </p:nvSpPr>
        <p:spPr>
          <a:xfrm>
            <a:off x="0" y="0"/>
            <a:ext cx="4729163" cy="685800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itle 5">
            <a:extLst>
              <a:ext uri="{FF2B5EF4-FFF2-40B4-BE49-F238E27FC236}">
                <a16:creationId xmlns:a16="http://schemas.microsoft.com/office/drawing/2014/main" id="{DE253D32-8B7B-47D0-BB63-402C3DB9B549}"/>
              </a:ext>
            </a:extLst>
          </p:cNvPr>
          <p:cNvSpPr>
            <a:spLocks noGrp="1"/>
          </p:cNvSpPr>
          <p:nvPr>
            <p:ph type="title"/>
          </p:nvPr>
        </p:nvSpPr>
        <p:spPr>
          <a:xfrm>
            <a:off x="7052320" y="719799"/>
            <a:ext cx="4989396" cy="1049356"/>
          </a:xfrm>
        </p:spPr>
        <p:txBody>
          <a:bodyPr rtlCol="0"/>
          <a:lstStyle/>
          <a:p>
            <a:pPr rtl="0"/>
            <a:r>
              <a:rPr lang="en-GB" b="1" dirty="0">
                <a:solidFill>
                  <a:schemeClr val="tx2"/>
                </a:solidFill>
              </a:rPr>
              <a:t>Home automation</a:t>
            </a:r>
          </a:p>
        </p:txBody>
      </p:sp>
      <p:sp>
        <p:nvSpPr>
          <p:cNvPr id="7" name="Content Placeholder 6">
            <a:extLst>
              <a:ext uri="{FF2B5EF4-FFF2-40B4-BE49-F238E27FC236}">
                <a16:creationId xmlns:a16="http://schemas.microsoft.com/office/drawing/2014/main" id="{1D6EB617-E017-4B26-9576-8578E948979A}"/>
              </a:ext>
            </a:extLst>
          </p:cNvPr>
          <p:cNvSpPr>
            <a:spLocks noGrp="1"/>
          </p:cNvSpPr>
          <p:nvPr>
            <p:ph idx="1"/>
          </p:nvPr>
        </p:nvSpPr>
        <p:spPr>
          <a:xfrm>
            <a:off x="6906138" y="1829884"/>
            <a:ext cx="4989396" cy="3962585"/>
          </a:xfrm>
        </p:spPr>
        <p:txBody>
          <a:bodyPr rtlCol="0">
            <a:normAutofit/>
          </a:bodyPr>
          <a:lstStyle/>
          <a:p>
            <a:pPr rtl="0"/>
            <a:r>
              <a:rPr lang="en-GB" dirty="0">
                <a:solidFill>
                  <a:schemeClr val="tx2"/>
                </a:solidFill>
              </a:rPr>
              <a:t>BLYNK_WRITE(V0): Control LED</a:t>
            </a:r>
          </a:p>
          <a:p>
            <a:pPr rtl="0"/>
            <a:r>
              <a:rPr lang="en-GB" dirty="0">
                <a:solidFill>
                  <a:schemeClr val="tx2"/>
                </a:solidFill>
              </a:rPr>
              <a:t>BLYNK_WRITE(V1): Control Fan</a:t>
            </a:r>
          </a:p>
          <a:p>
            <a:pPr rtl="0"/>
            <a:r>
              <a:rPr lang="en-GB" dirty="0" err="1">
                <a:solidFill>
                  <a:schemeClr val="tx2"/>
                </a:solidFill>
              </a:rPr>
              <a:t>dhtData</a:t>
            </a:r>
            <a:r>
              <a:rPr lang="en-GB" dirty="0">
                <a:solidFill>
                  <a:schemeClr val="tx2"/>
                </a:solidFill>
              </a:rPr>
              <a:t>(): Read and log temperature &amp; humidity from DHT11 </a:t>
            </a:r>
          </a:p>
          <a:p>
            <a:pPr rtl="0"/>
            <a:r>
              <a:rPr lang="en-GB" dirty="0" err="1">
                <a:solidFill>
                  <a:schemeClr val="tx2"/>
                </a:solidFill>
              </a:rPr>
              <a:t>sensorairquality</a:t>
            </a:r>
            <a:r>
              <a:rPr lang="en-GB" dirty="0">
                <a:solidFill>
                  <a:schemeClr val="tx2"/>
                </a:solidFill>
              </a:rPr>
              <a:t>(): Read and log air quality from MQ sensor, trigger Blynk event on hazard</a:t>
            </a:r>
          </a:p>
          <a:p>
            <a:pPr rtl="0"/>
            <a:r>
              <a:rPr lang="en-GB" dirty="0">
                <a:solidFill>
                  <a:schemeClr val="tx2"/>
                </a:solidFill>
              </a:rPr>
              <a:t>tank(): Measure and log water tank level using ultrasonic sensor</a:t>
            </a:r>
          </a:p>
          <a:p>
            <a:pPr marL="0" indent="0" rtl="0">
              <a:buNone/>
            </a:pPr>
            <a:r>
              <a:rPr lang="en-GB" dirty="0">
                <a:solidFill>
                  <a:schemeClr val="tx2"/>
                </a:solidFill>
              </a:rPr>
              <a:t>Find this code at :</a:t>
            </a:r>
          </a:p>
          <a:p>
            <a:pPr rtl="0"/>
            <a:r>
              <a:rPr lang="en-GB" dirty="0">
                <a:solidFill>
                  <a:schemeClr val="accent3">
                    <a:lumMod val="75000"/>
                  </a:schemeClr>
                </a:solidFill>
              </a:rPr>
              <a:t>https://github.com/ganymede451/iot</a:t>
            </a:r>
          </a:p>
        </p:txBody>
      </p:sp>
      <p:sp>
        <p:nvSpPr>
          <p:cNvPr id="4" name="Slide Number Placeholder 3">
            <a:extLst>
              <a:ext uri="{FF2B5EF4-FFF2-40B4-BE49-F238E27FC236}">
                <a16:creationId xmlns:a16="http://schemas.microsoft.com/office/drawing/2014/main" id="{D4C183CA-19AD-485E-AEC5-FC032D453828}"/>
              </a:ext>
            </a:extLst>
          </p:cNvPr>
          <p:cNvSpPr>
            <a:spLocks noGrp="1"/>
          </p:cNvSpPr>
          <p:nvPr>
            <p:ph type="sldNum" sz="quarter" idx="12"/>
          </p:nvPr>
        </p:nvSpPr>
        <p:spPr/>
        <p:txBody>
          <a:bodyPr rtlCol="0"/>
          <a:lstStyle/>
          <a:p>
            <a:pPr rtl="0"/>
            <a:fld id="{03DC2DEF-D2FE-4B45-ABA4-9F153FD1C98A}" type="slidenum">
              <a:rPr lang="en-GB" smtClean="0"/>
              <a:t>15</a:t>
            </a:fld>
            <a:endParaRPr lang="en-GB"/>
          </a:p>
        </p:txBody>
      </p:sp>
      <p:sp>
        <p:nvSpPr>
          <p:cNvPr id="3" name="Rectangle 2">
            <a:extLst>
              <a:ext uri="{FF2B5EF4-FFF2-40B4-BE49-F238E27FC236}">
                <a16:creationId xmlns:a16="http://schemas.microsoft.com/office/drawing/2014/main" id="{BFECFA81-17CB-B651-16E5-2BA1D74EEFAF}"/>
              </a:ext>
            </a:extLst>
          </p:cNvPr>
          <p:cNvSpPr/>
          <p:nvPr/>
        </p:nvSpPr>
        <p:spPr>
          <a:xfrm>
            <a:off x="2493167" y="342900"/>
            <a:ext cx="4412971" cy="85725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extLst>
              <a:ext uri="{FF2B5EF4-FFF2-40B4-BE49-F238E27FC236}">
                <a16:creationId xmlns:a16="http://schemas.microsoft.com/office/drawing/2014/main" id="{957E45D2-B8FC-0336-9C60-88F8AA18D7AA}"/>
              </a:ext>
            </a:extLst>
          </p:cNvPr>
          <p:cNvSpPr/>
          <p:nvPr/>
        </p:nvSpPr>
        <p:spPr>
          <a:xfrm>
            <a:off x="0" y="5932850"/>
            <a:ext cx="3776778" cy="9251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0" name="Picture Placeholder 9">
            <a:extLst>
              <a:ext uri="{FF2B5EF4-FFF2-40B4-BE49-F238E27FC236}">
                <a16:creationId xmlns:a16="http://schemas.microsoft.com/office/drawing/2014/main" id="{618DD966-19F0-4350-AC58-AE86C210BDD3}"/>
              </a:ext>
              <a:ext uri="{C183D7F6-B498-43B3-948B-1728B52AA6E4}">
                <adec:decorative xmlns:adec="http://schemas.microsoft.com/office/drawing/2017/decorative" val="1"/>
              </a:ext>
            </a:extLst>
          </p:cNvPr>
          <p:cNvPicPr>
            <a:picLocks noGrp="1" noChangeAspect="1"/>
          </p:cNvPicPr>
          <p:nvPr>
            <p:ph type="pic" sz="quarter" idx="13"/>
          </p:nvPr>
        </p:nvPicPr>
        <p:blipFill>
          <a:blip r:embed="rId3"/>
          <a:srcRect/>
          <a:stretch/>
        </p:blipFill>
        <p:spPr>
          <a:xfrm>
            <a:off x="607219" y="642938"/>
            <a:ext cx="6159997" cy="5968584"/>
          </a:xfrm>
        </p:spPr>
      </p:pic>
    </p:spTree>
    <p:extLst>
      <p:ext uri="{BB962C8B-B14F-4D97-AF65-F5344CB8AC3E}">
        <p14:creationId xmlns:p14="http://schemas.microsoft.com/office/powerpoint/2010/main" val="41207939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7BEE8E0-7F2C-176C-B69E-87F51F280A82}"/>
              </a:ext>
            </a:extLst>
          </p:cNvPr>
          <p:cNvSpPr/>
          <p:nvPr/>
        </p:nvSpPr>
        <p:spPr>
          <a:xfrm>
            <a:off x="0" y="0"/>
            <a:ext cx="4729163" cy="685800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itle 5">
            <a:extLst>
              <a:ext uri="{FF2B5EF4-FFF2-40B4-BE49-F238E27FC236}">
                <a16:creationId xmlns:a16="http://schemas.microsoft.com/office/drawing/2014/main" id="{DE253D32-8B7B-47D0-BB63-402C3DB9B549}"/>
              </a:ext>
            </a:extLst>
          </p:cNvPr>
          <p:cNvSpPr>
            <a:spLocks noGrp="1"/>
          </p:cNvSpPr>
          <p:nvPr>
            <p:ph type="title"/>
          </p:nvPr>
        </p:nvSpPr>
        <p:spPr>
          <a:xfrm>
            <a:off x="7052320" y="719799"/>
            <a:ext cx="4989396" cy="1049356"/>
          </a:xfrm>
        </p:spPr>
        <p:txBody>
          <a:bodyPr rtlCol="0"/>
          <a:lstStyle/>
          <a:p>
            <a:pPr rtl="0"/>
            <a:r>
              <a:rPr lang="en-GB" b="1" dirty="0">
                <a:solidFill>
                  <a:schemeClr val="tx2"/>
                </a:solidFill>
              </a:rPr>
              <a:t>Home automation</a:t>
            </a:r>
          </a:p>
        </p:txBody>
      </p:sp>
      <p:sp>
        <p:nvSpPr>
          <p:cNvPr id="7" name="Content Placeholder 6">
            <a:extLst>
              <a:ext uri="{FF2B5EF4-FFF2-40B4-BE49-F238E27FC236}">
                <a16:creationId xmlns:a16="http://schemas.microsoft.com/office/drawing/2014/main" id="{1D6EB617-E017-4B26-9576-8578E948979A}"/>
              </a:ext>
            </a:extLst>
          </p:cNvPr>
          <p:cNvSpPr>
            <a:spLocks noGrp="1"/>
          </p:cNvSpPr>
          <p:nvPr>
            <p:ph idx="1"/>
          </p:nvPr>
        </p:nvSpPr>
        <p:spPr>
          <a:xfrm>
            <a:off x="6906138" y="1829884"/>
            <a:ext cx="4989396" cy="3962585"/>
          </a:xfrm>
        </p:spPr>
        <p:txBody>
          <a:bodyPr rtlCol="0">
            <a:normAutofit/>
          </a:bodyPr>
          <a:lstStyle/>
          <a:p>
            <a:pPr rtl="0"/>
            <a:r>
              <a:rPr lang="en-GB" dirty="0">
                <a:solidFill>
                  <a:schemeClr val="tx2"/>
                </a:solidFill>
              </a:rPr>
              <a:t>BLYNK_WRITE(V0): Control LED</a:t>
            </a:r>
          </a:p>
          <a:p>
            <a:pPr rtl="0"/>
            <a:r>
              <a:rPr lang="en-GB" dirty="0">
                <a:solidFill>
                  <a:schemeClr val="tx2"/>
                </a:solidFill>
              </a:rPr>
              <a:t>BLYNK_WRITE(V1): Control Fan</a:t>
            </a:r>
          </a:p>
          <a:p>
            <a:pPr rtl="0"/>
            <a:r>
              <a:rPr lang="en-GB" dirty="0" err="1">
                <a:solidFill>
                  <a:schemeClr val="tx2"/>
                </a:solidFill>
              </a:rPr>
              <a:t>dhtData</a:t>
            </a:r>
            <a:r>
              <a:rPr lang="en-GB" dirty="0">
                <a:solidFill>
                  <a:schemeClr val="tx2"/>
                </a:solidFill>
              </a:rPr>
              <a:t>(): Read and log temperature &amp; humidity from DHT11 </a:t>
            </a:r>
          </a:p>
          <a:p>
            <a:pPr rtl="0"/>
            <a:r>
              <a:rPr lang="en-GB" dirty="0" err="1">
                <a:solidFill>
                  <a:schemeClr val="tx2"/>
                </a:solidFill>
              </a:rPr>
              <a:t>sensorairquality</a:t>
            </a:r>
            <a:r>
              <a:rPr lang="en-GB" dirty="0">
                <a:solidFill>
                  <a:schemeClr val="tx2"/>
                </a:solidFill>
              </a:rPr>
              <a:t>(): Read and log air quality from MQ sensor, trigger Blynk event on hazard</a:t>
            </a:r>
          </a:p>
          <a:p>
            <a:pPr rtl="0"/>
            <a:r>
              <a:rPr lang="en-GB" dirty="0">
                <a:solidFill>
                  <a:schemeClr val="tx2"/>
                </a:solidFill>
              </a:rPr>
              <a:t>tank(): Measure and log water tank level using ultrasonic sensor</a:t>
            </a:r>
          </a:p>
          <a:p>
            <a:pPr marL="0" indent="0" rtl="0">
              <a:buNone/>
            </a:pPr>
            <a:r>
              <a:rPr lang="en-GB" dirty="0">
                <a:solidFill>
                  <a:schemeClr val="tx2"/>
                </a:solidFill>
              </a:rPr>
              <a:t>Find this code at :</a:t>
            </a:r>
          </a:p>
          <a:p>
            <a:pPr rtl="0"/>
            <a:r>
              <a:rPr lang="en-GB" dirty="0">
                <a:solidFill>
                  <a:schemeClr val="accent3">
                    <a:lumMod val="75000"/>
                  </a:schemeClr>
                </a:solidFill>
              </a:rPr>
              <a:t>https://github.com/ganymede451/iot</a:t>
            </a:r>
          </a:p>
        </p:txBody>
      </p:sp>
      <p:sp>
        <p:nvSpPr>
          <p:cNvPr id="4" name="Slide Number Placeholder 3">
            <a:extLst>
              <a:ext uri="{FF2B5EF4-FFF2-40B4-BE49-F238E27FC236}">
                <a16:creationId xmlns:a16="http://schemas.microsoft.com/office/drawing/2014/main" id="{D4C183CA-19AD-485E-AEC5-FC032D453828}"/>
              </a:ext>
            </a:extLst>
          </p:cNvPr>
          <p:cNvSpPr>
            <a:spLocks noGrp="1"/>
          </p:cNvSpPr>
          <p:nvPr>
            <p:ph type="sldNum" sz="quarter" idx="12"/>
          </p:nvPr>
        </p:nvSpPr>
        <p:spPr/>
        <p:txBody>
          <a:bodyPr rtlCol="0"/>
          <a:lstStyle/>
          <a:p>
            <a:pPr rtl="0"/>
            <a:fld id="{03DC2DEF-D2FE-4B45-ABA4-9F153FD1C98A}" type="slidenum">
              <a:rPr lang="en-GB" smtClean="0"/>
              <a:t>16</a:t>
            </a:fld>
            <a:endParaRPr lang="en-GB"/>
          </a:p>
        </p:txBody>
      </p:sp>
      <p:sp>
        <p:nvSpPr>
          <p:cNvPr id="3" name="Rectangle 2">
            <a:extLst>
              <a:ext uri="{FF2B5EF4-FFF2-40B4-BE49-F238E27FC236}">
                <a16:creationId xmlns:a16="http://schemas.microsoft.com/office/drawing/2014/main" id="{BFECFA81-17CB-B651-16E5-2BA1D74EEFAF}"/>
              </a:ext>
            </a:extLst>
          </p:cNvPr>
          <p:cNvSpPr/>
          <p:nvPr/>
        </p:nvSpPr>
        <p:spPr>
          <a:xfrm>
            <a:off x="2493167" y="342900"/>
            <a:ext cx="4412971" cy="85725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extLst>
              <a:ext uri="{FF2B5EF4-FFF2-40B4-BE49-F238E27FC236}">
                <a16:creationId xmlns:a16="http://schemas.microsoft.com/office/drawing/2014/main" id="{957E45D2-B8FC-0336-9C60-88F8AA18D7AA}"/>
              </a:ext>
            </a:extLst>
          </p:cNvPr>
          <p:cNvSpPr/>
          <p:nvPr/>
        </p:nvSpPr>
        <p:spPr>
          <a:xfrm>
            <a:off x="0" y="5932850"/>
            <a:ext cx="3776778" cy="9251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0" name="Picture Placeholder 9">
            <a:extLst>
              <a:ext uri="{FF2B5EF4-FFF2-40B4-BE49-F238E27FC236}">
                <a16:creationId xmlns:a16="http://schemas.microsoft.com/office/drawing/2014/main" id="{618DD966-19F0-4350-AC58-AE86C210BDD3}"/>
              </a:ext>
              <a:ext uri="{C183D7F6-B498-43B3-948B-1728B52AA6E4}">
                <adec:decorative xmlns:adec="http://schemas.microsoft.com/office/drawing/2017/decorative" val="1"/>
              </a:ext>
            </a:extLst>
          </p:cNvPr>
          <p:cNvPicPr>
            <a:picLocks noGrp="1" noChangeAspect="1"/>
          </p:cNvPicPr>
          <p:nvPr>
            <p:ph type="pic" sz="quarter" idx="13"/>
          </p:nvPr>
        </p:nvPicPr>
        <p:blipFill>
          <a:blip r:embed="rId3"/>
          <a:srcRect/>
          <a:stretch/>
        </p:blipFill>
        <p:spPr>
          <a:xfrm>
            <a:off x="607219" y="642938"/>
            <a:ext cx="6159997" cy="5968584"/>
          </a:xfrm>
        </p:spPr>
      </p:pic>
    </p:spTree>
    <p:extLst>
      <p:ext uri="{BB962C8B-B14F-4D97-AF65-F5344CB8AC3E}">
        <p14:creationId xmlns:p14="http://schemas.microsoft.com/office/powerpoint/2010/main" val="24107146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7BEE8E0-7F2C-176C-B69E-87F51F280A82}"/>
              </a:ext>
            </a:extLst>
          </p:cNvPr>
          <p:cNvSpPr/>
          <p:nvPr/>
        </p:nvSpPr>
        <p:spPr>
          <a:xfrm>
            <a:off x="0" y="0"/>
            <a:ext cx="4729163" cy="685800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itle 5">
            <a:extLst>
              <a:ext uri="{FF2B5EF4-FFF2-40B4-BE49-F238E27FC236}">
                <a16:creationId xmlns:a16="http://schemas.microsoft.com/office/drawing/2014/main" id="{DE253D32-8B7B-47D0-BB63-402C3DB9B549}"/>
              </a:ext>
            </a:extLst>
          </p:cNvPr>
          <p:cNvSpPr>
            <a:spLocks noGrp="1"/>
          </p:cNvSpPr>
          <p:nvPr>
            <p:ph type="title"/>
          </p:nvPr>
        </p:nvSpPr>
        <p:spPr>
          <a:xfrm>
            <a:off x="7052320" y="719799"/>
            <a:ext cx="4989396" cy="1049356"/>
          </a:xfrm>
        </p:spPr>
        <p:txBody>
          <a:bodyPr rtlCol="0"/>
          <a:lstStyle/>
          <a:p>
            <a:pPr rtl="0"/>
            <a:r>
              <a:rPr lang="en-GB" b="1" dirty="0">
                <a:solidFill>
                  <a:schemeClr val="tx2"/>
                </a:solidFill>
              </a:rPr>
              <a:t>Home automation</a:t>
            </a:r>
          </a:p>
        </p:txBody>
      </p:sp>
      <p:sp>
        <p:nvSpPr>
          <p:cNvPr id="7" name="Content Placeholder 6">
            <a:extLst>
              <a:ext uri="{FF2B5EF4-FFF2-40B4-BE49-F238E27FC236}">
                <a16:creationId xmlns:a16="http://schemas.microsoft.com/office/drawing/2014/main" id="{1D6EB617-E017-4B26-9576-8578E948979A}"/>
              </a:ext>
            </a:extLst>
          </p:cNvPr>
          <p:cNvSpPr>
            <a:spLocks noGrp="1"/>
          </p:cNvSpPr>
          <p:nvPr>
            <p:ph idx="1"/>
          </p:nvPr>
        </p:nvSpPr>
        <p:spPr>
          <a:xfrm>
            <a:off x="6906138" y="1829884"/>
            <a:ext cx="4989396" cy="3962585"/>
          </a:xfrm>
        </p:spPr>
        <p:txBody>
          <a:bodyPr rtlCol="0">
            <a:normAutofit/>
          </a:bodyPr>
          <a:lstStyle/>
          <a:p>
            <a:pPr rtl="0"/>
            <a:r>
              <a:rPr lang="en-GB" dirty="0">
                <a:solidFill>
                  <a:schemeClr val="tx2"/>
                </a:solidFill>
              </a:rPr>
              <a:t>BLYNK_WRITE(V0): Control LED</a:t>
            </a:r>
          </a:p>
          <a:p>
            <a:pPr rtl="0"/>
            <a:r>
              <a:rPr lang="en-GB" dirty="0">
                <a:solidFill>
                  <a:schemeClr val="tx2"/>
                </a:solidFill>
              </a:rPr>
              <a:t>BLYNK_WRITE(V1): Control Fan</a:t>
            </a:r>
          </a:p>
          <a:p>
            <a:pPr rtl="0"/>
            <a:r>
              <a:rPr lang="en-GB" dirty="0" err="1">
                <a:solidFill>
                  <a:schemeClr val="tx2"/>
                </a:solidFill>
              </a:rPr>
              <a:t>dhtData</a:t>
            </a:r>
            <a:r>
              <a:rPr lang="en-GB" dirty="0">
                <a:solidFill>
                  <a:schemeClr val="tx2"/>
                </a:solidFill>
              </a:rPr>
              <a:t>(): Read and log temperature &amp; humidity from DHT11 </a:t>
            </a:r>
          </a:p>
          <a:p>
            <a:pPr rtl="0"/>
            <a:r>
              <a:rPr lang="en-GB" dirty="0" err="1">
                <a:solidFill>
                  <a:schemeClr val="tx2"/>
                </a:solidFill>
              </a:rPr>
              <a:t>sensorairquality</a:t>
            </a:r>
            <a:r>
              <a:rPr lang="en-GB" dirty="0">
                <a:solidFill>
                  <a:schemeClr val="tx2"/>
                </a:solidFill>
              </a:rPr>
              <a:t>(): Read and log air quality from MQ sensor, trigger Blynk event on hazard</a:t>
            </a:r>
          </a:p>
          <a:p>
            <a:pPr rtl="0"/>
            <a:r>
              <a:rPr lang="en-GB" dirty="0">
                <a:solidFill>
                  <a:schemeClr val="tx2"/>
                </a:solidFill>
              </a:rPr>
              <a:t>tank(): Measure and log water tank level using ultrasonic sensor</a:t>
            </a:r>
          </a:p>
          <a:p>
            <a:pPr marL="0" indent="0" rtl="0">
              <a:buNone/>
            </a:pPr>
            <a:r>
              <a:rPr lang="en-GB" dirty="0">
                <a:solidFill>
                  <a:schemeClr val="tx2"/>
                </a:solidFill>
              </a:rPr>
              <a:t>Find this code at :</a:t>
            </a:r>
          </a:p>
          <a:p>
            <a:pPr rtl="0"/>
            <a:r>
              <a:rPr lang="en-GB" dirty="0">
                <a:solidFill>
                  <a:schemeClr val="accent3">
                    <a:lumMod val="75000"/>
                  </a:schemeClr>
                </a:solidFill>
              </a:rPr>
              <a:t>https://github.com/ganymede451/iot</a:t>
            </a:r>
          </a:p>
        </p:txBody>
      </p:sp>
      <p:sp>
        <p:nvSpPr>
          <p:cNvPr id="4" name="Slide Number Placeholder 3">
            <a:extLst>
              <a:ext uri="{FF2B5EF4-FFF2-40B4-BE49-F238E27FC236}">
                <a16:creationId xmlns:a16="http://schemas.microsoft.com/office/drawing/2014/main" id="{D4C183CA-19AD-485E-AEC5-FC032D453828}"/>
              </a:ext>
            </a:extLst>
          </p:cNvPr>
          <p:cNvSpPr>
            <a:spLocks noGrp="1"/>
          </p:cNvSpPr>
          <p:nvPr>
            <p:ph type="sldNum" sz="quarter" idx="12"/>
          </p:nvPr>
        </p:nvSpPr>
        <p:spPr/>
        <p:txBody>
          <a:bodyPr rtlCol="0"/>
          <a:lstStyle/>
          <a:p>
            <a:pPr rtl="0"/>
            <a:fld id="{03DC2DEF-D2FE-4B45-ABA4-9F153FD1C98A}" type="slidenum">
              <a:rPr lang="en-GB" smtClean="0"/>
              <a:t>17</a:t>
            </a:fld>
            <a:endParaRPr lang="en-GB"/>
          </a:p>
        </p:txBody>
      </p:sp>
      <p:sp>
        <p:nvSpPr>
          <p:cNvPr id="3" name="Rectangle 2">
            <a:extLst>
              <a:ext uri="{FF2B5EF4-FFF2-40B4-BE49-F238E27FC236}">
                <a16:creationId xmlns:a16="http://schemas.microsoft.com/office/drawing/2014/main" id="{BFECFA81-17CB-B651-16E5-2BA1D74EEFAF}"/>
              </a:ext>
            </a:extLst>
          </p:cNvPr>
          <p:cNvSpPr/>
          <p:nvPr/>
        </p:nvSpPr>
        <p:spPr>
          <a:xfrm>
            <a:off x="2493167" y="342900"/>
            <a:ext cx="4412971" cy="85725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extLst>
              <a:ext uri="{FF2B5EF4-FFF2-40B4-BE49-F238E27FC236}">
                <a16:creationId xmlns:a16="http://schemas.microsoft.com/office/drawing/2014/main" id="{957E45D2-B8FC-0336-9C60-88F8AA18D7AA}"/>
              </a:ext>
            </a:extLst>
          </p:cNvPr>
          <p:cNvSpPr/>
          <p:nvPr/>
        </p:nvSpPr>
        <p:spPr>
          <a:xfrm>
            <a:off x="0" y="5932850"/>
            <a:ext cx="3776778" cy="9251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0" name="Picture Placeholder 9">
            <a:extLst>
              <a:ext uri="{FF2B5EF4-FFF2-40B4-BE49-F238E27FC236}">
                <a16:creationId xmlns:a16="http://schemas.microsoft.com/office/drawing/2014/main" id="{618DD966-19F0-4350-AC58-AE86C210BDD3}"/>
              </a:ext>
              <a:ext uri="{C183D7F6-B498-43B3-948B-1728B52AA6E4}">
                <adec:decorative xmlns:adec="http://schemas.microsoft.com/office/drawing/2017/decorative" val="1"/>
              </a:ext>
            </a:extLst>
          </p:cNvPr>
          <p:cNvPicPr>
            <a:picLocks noGrp="1" noChangeAspect="1"/>
          </p:cNvPicPr>
          <p:nvPr>
            <p:ph type="pic" sz="quarter" idx="13"/>
          </p:nvPr>
        </p:nvPicPr>
        <p:blipFill>
          <a:blip r:embed="rId3"/>
          <a:srcRect/>
          <a:stretch/>
        </p:blipFill>
        <p:spPr>
          <a:xfrm>
            <a:off x="607219" y="642938"/>
            <a:ext cx="6159997" cy="5968584"/>
          </a:xfrm>
        </p:spPr>
      </p:pic>
    </p:spTree>
    <p:extLst>
      <p:ext uri="{BB962C8B-B14F-4D97-AF65-F5344CB8AC3E}">
        <p14:creationId xmlns:p14="http://schemas.microsoft.com/office/powerpoint/2010/main" val="21099121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58AE6-56F6-44E8-8BBF-23277B1773E4}"/>
              </a:ext>
            </a:extLst>
          </p:cNvPr>
          <p:cNvSpPr>
            <a:spLocks noGrp="1"/>
          </p:cNvSpPr>
          <p:nvPr>
            <p:ph type="title"/>
          </p:nvPr>
        </p:nvSpPr>
        <p:spPr>
          <a:xfrm>
            <a:off x="0" y="0"/>
            <a:ext cx="4305300" cy="6857999"/>
          </a:xfrm>
          <a:solidFill>
            <a:schemeClr val="tx2"/>
          </a:solidFill>
        </p:spPr>
        <p:txBody>
          <a:bodyPr rtlCol="0"/>
          <a:lstStyle/>
          <a:p>
            <a:pPr algn="r" rtl="0"/>
            <a:r>
              <a:rPr lang="en-GB" sz="7200" b="1" dirty="0">
                <a:solidFill>
                  <a:schemeClr val="bg1"/>
                </a:solidFill>
              </a:rPr>
              <a:t>Pins in Blynk IOT</a:t>
            </a:r>
          </a:p>
        </p:txBody>
      </p:sp>
      <p:graphicFrame>
        <p:nvGraphicFramePr>
          <p:cNvPr id="10" name="Content Placeholder 2" descr="List Content Placeholder">
            <a:extLst>
              <a:ext uri="{FF2B5EF4-FFF2-40B4-BE49-F238E27FC236}">
                <a16:creationId xmlns:a16="http://schemas.microsoft.com/office/drawing/2014/main" id="{4DBF5C5D-E8C1-4EFB-87B6-B4245AB407AE}"/>
              </a:ext>
            </a:extLst>
          </p:cNvPr>
          <p:cNvGraphicFramePr>
            <a:graphicFrameLocks noGrp="1"/>
          </p:cNvGraphicFramePr>
          <p:nvPr>
            <p:ph idx="1"/>
            <p:extLst>
              <p:ext uri="{D42A27DB-BD31-4B8C-83A1-F6EECF244321}">
                <p14:modId xmlns:p14="http://schemas.microsoft.com/office/powerpoint/2010/main" val="2855608094"/>
              </p:ext>
            </p:extLst>
          </p:nvPr>
        </p:nvGraphicFramePr>
        <p:xfrm>
          <a:off x="4562476" y="365125"/>
          <a:ext cx="6791323" cy="59848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0" name="Slide Number Placeholder 19">
            <a:extLst>
              <a:ext uri="{FF2B5EF4-FFF2-40B4-BE49-F238E27FC236}">
                <a16:creationId xmlns:a16="http://schemas.microsoft.com/office/drawing/2014/main" id="{3AEC0301-E9AA-4478-9E23-C372DBDCE653}"/>
              </a:ext>
            </a:extLst>
          </p:cNvPr>
          <p:cNvSpPr>
            <a:spLocks noGrp="1"/>
          </p:cNvSpPr>
          <p:nvPr>
            <p:ph type="sldNum" sz="quarter" idx="10"/>
          </p:nvPr>
        </p:nvSpPr>
        <p:spPr/>
        <p:txBody>
          <a:bodyPr rtlCol="0"/>
          <a:lstStyle/>
          <a:p>
            <a:pPr rtl="0"/>
            <a:r>
              <a:rPr lang="en-GB"/>
              <a:t>PAGE </a:t>
            </a:r>
            <a:fld id="{4A9B5881-4007-4345-955A-79C2656F0C49}" type="slidenum">
              <a:rPr lang="en-GB" smtClean="0"/>
              <a:pPr rtl="0"/>
              <a:t>18</a:t>
            </a:fld>
            <a:endParaRPr lang="en-GB" dirty="0"/>
          </a:p>
        </p:txBody>
      </p:sp>
    </p:spTree>
    <p:extLst>
      <p:ext uri="{BB962C8B-B14F-4D97-AF65-F5344CB8AC3E}">
        <p14:creationId xmlns:p14="http://schemas.microsoft.com/office/powerpoint/2010/main" val="24217078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strips(downLeft)">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0" grpId="0">
        <p:bldAsOne/>
      </p:bldGraphic>
    </p:bldLst>
  </p:timing>
</p:sld>
</file>

<file path=ppt/slides/slide19.xml><?xml version="1.0" encoding="utf-8"?>
<p:sld xmlns:a="http://schemas.openxmlformats.org/drawingml/2006/main" xmlns:r="http://schemas.openxmlformats.org/officeDocument/2006/relationships" xmlns:p="http://schemas.openxmlformats.org/presentationml/2006/main" showMasterSp="0">
  <p:cSld>
    <p:bg>
      <p:bgPr>
        <a:solidFill>
          <a:schemeClr val="tx2"/>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10C5037-DA4A-44E2-A9FB-84B1498768A7}"/>
              </a:ext>
            </a:extLst>
          </p:cNvPr>
          <p:cNvSpPr>
            <a:spLocks noGrp="1"/>
          </p:cNvSpPr>
          <p:nvPr>
            <p:ph type="title"/>
          </p:nvPr>
        </p:nvSpPr>
        <p:spPr/>
        <p:txBody>
          <a:bodyPr rtlCol="0"/>
          <a:lstStyle/>
          <a:p>
            <a:pPr rtl="0"/>
            <a:r>
              <a:rPr lang="en-GB" b="1" dirty="0">
                <a:latin typeface="Abadi" panose="020F0502020204030204" pitchFamily="34" charset="0"/>
              </a:rPr>
              <a:t>End of </a:t>
            </a:r>
            <a:br>
              <a:rPr lang="en-GB" b="1" dirty="0">
                <a:latin typeface="Abadi" panose="020F0502020204030204" pitchFamily="34" charset="0"/>
              </a:rPr>
            </a:br>
            <a:r>
              <a:rPr lang="en-GB" b="1" dirty="0">
                <a:latin typeface="Abadi" panose="020F0502020204030204" pitchFamily="34" charset="0"/>
              </a:rPr>
              <a:t>Day 3</a:t>
            </a:r>
          </a:p>
        </p:txBody>
      </p:sp>
      <p:pic>
        <p:nvPicPr>
          <p:cNvPr id="29" name="Picture Placeholder 28">
            <a:extLst>
              <a:ext uri="{FF2B5EF4-FFF2-40B4-BE49-F238E27FC236}">
                <a16:creationId xmlns:a16="http://schemas.microsoft.com/office/drawing/2014/main" id="{AE2FE2E9-1D1E-404B-A659-DD19B5D66B5B}"/>
              </a:ext>
            </a:extLst>
          </p:cNvPr>
          <p:cNvPicPr>
            <a:picLocks noGrp="1" noChangeAspect="1"/>
          </p:cNvPicPr>
          <p:nvPr>
            <p:ph type="pic" idx="1"/>
          </p:nvPr>
        </p:nvPicPr>
        <p:blipFill>
          <a:blip r:embed="rId3"/>
          <a:srcRect/>
          <a:stretch/>
        </p:blipFill>
        <p:spPr/>
      </p:pic>
      <p:sp>
        <p:nvSpPr>
          <p:cNvPr id="6" name="Text Placeholder 5">
            <a:extLst>
              <a:ext uri="{FF2B5EF4-FFF2-40B4-BE49-F238E27FC236}">
                <a16:creationId xmlns:a16="http://schemas.microsoft.com/office/drawing/2014/main" id="{1397C2DB-90F2-4971-AC44-7CDDF5A3B552}"/>
              </a:ext>
            </a:extLst>
          </p:cNvPr>
          <p:cNvSpPr>
            <a:spLocks noGrp="1"/>
          </p:cNvSpPr>
          <p:nvPr>
            <p:ph type="body" sz="half" idx="2"/>
          </p:nvPr>
        </p:nvSpPr>
        <p:spPr/>
        <p:txBody>
          <a:bodyPr rtlCol="0"/>
          <a:lstStyle/>
          <a:p>
            <a:pPr rtl="0"/>
            <a:r>
              <a:rPr lang="en-GB" dirty="0"/>
              <a:t>Organised by </a:t>
            </a:r>
            <a:r>
              <a:rPr lang="en-GB" b="1" dirty="0"/>
              <a:t>KURC</a:t>
            </a:r>
            <a:r>
              <a:rPr lang="en-GB" dirty="0"/>
              <a:t> in collaboration with </a:t>
            </a:r>
            <a:r>
              <a:rPr lang="en-GB" b="1" dirty="0"/>
              <a:t>KUCC</a:t>
            </a:r>
          </a:p>
        </p:txBody>
      </p:sp>
      <p:sp>
        <p:nvSpPr>
          <p:cNvPr id="15" name="Slide Number Placeholder 14">
            <a:extLst>
              <a:ext uri="{FF2B5EF4-FFF2-40B4-BE49-F238E27FC236}">
                <a16:creationId xmlns:a16="http://schemas.microsoft.com/office/drawing/2014/main" id="{26F5C050-EB87-421A-8A5C-E6CB30102699}"/>
              </a:ext>
            </a:extLst>
          </p:cNvPr>
          <p:cNvSpPr>
            <a:spLocks noGrp="1"/>
          </p:cNvSpPr>
          <p:nvPr>
            <p:ph type="sldNum" sz="quarter" idx="10"/>
          </p:nvPr>
        </p:nvSpPr>
        <p:spPr/>
        <p:txBody>
          <a:bodyPr rtlCol="0"/>
          <a:lstStyle/>
          <a:p>
            <a:pPr rtl="0"/>
            <a:r>
              <a:rPr lang="en-GB"/>
              <a:t>PAGE </a:t>
            </a:r>
            <a:fld id="{4A9B5881-4007-4345-955A-79C2656F0C49}" type="slidenum">
              <a:rPr lang="en-GB" smtClean="0"/>
              <a:pPr rtl="0"/>
              <a:t>19</a:t>
            </a:fld>
            <a:endParaRPr lang="en-GB"/>
          </a:p>
        </p:txBody>
      </p:sp>
    </p:spTree>
    <p:extLst>
      <p:ext uri="{BB962C8B-B14F-4D97-AF65-F5344CB8AC3E}">
        <p14:creationId xmlns:p14="http://schemas.microsoft.com/office/powerpoint/2010/main" val="252727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Custom 254">
      <a:dk1>
        <a:srgbClr val="000000"/>
      </a:dk1>
      <a:lt1>
        <a:srgbClr val="FFFFFF"/>
      </a:lt1>
      <a:dk2>
        <a:srgbClr val="242A41"/>
      </a:dk2>
      <a:lt2>
        <a:srgbClr val="E2E8E3"/>
      </a:lt2>
      <a:accent1>
        <a:srgbClr val="5370C5"/>
      </a:accent1>
      <a:accent2>
        <a:srgbClr val="17B2D1"/>
      </a:accent2>
      <a:accent3>
        <a:srgbClr val="2978E7"/>
      </a:accent3>
      <a:accent4>
        <a:srgbClr val="7829E7"/>
      </a:accent4>
      <a:accent5>
        <a:srgbClr val="B517D5"/>
      </a:accent5>
      <a:accent6>
        <a:srgbClr val="E729B7"/>
      </a:accent6>
      <a:hlink>
        <a:srgbClr val="5370C5"/>
      </a:hlink>
      <a:folHlink>
        <a:srgbClr val="7F7F7F"/>
      </a:folHlink>
    </a:clrScheme>
    <a:fontScheme name="MS Surge Teach Light and Dark">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63067474_TF34098415_Win32" id="{535F4AC4-97FA-4442-A64D-293C1CA63B89}" vid="{21BC394D-4FED-43BA-AAD9-43B127AC167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Custom 254">
    <a:dk1>
      <a:srgbClr val="000000"/>
    </a:dk1>
    <a:lt1>
      <a:srgbClr val="FFFFFF"/>
    </a:lt1>
    <a:dk2>
      <a:srgbClr val="242A41"/>
    </a:dk2>
    <a:lt2>
      <a:srgbClr val="E2E8E3"/>
    </a:lt2>
    <a:accent1>
      <a:srgbClr val="5370C5"/>
    </a:accent1>
    <a:accent2>
      <a:srgbClr val="17B2D1"/>
    </a:accent2>
    <a:accent3>
      <a:srgbClr val="2978E7"/>
    </a:accent3>
    <a:accent4>
      <a:srgbClr val="7829E7"/>
    </a:accent4>
    <a:accent5>
      <a:srgbClr val="B517D5"/>
    </a:accent5>
    <a:accent6>
      <a:srgbClr val="E729B7"/>
    </a:accent6>
    <a:hlink>
      <a:srgbClr val="5370C5"/>
    </a:hlink>
    <a:folHlink>
      <a:srgbClr val="7F7F7F"/>
    </a:folHlink>
  </a:clrScheme>
</a:themeOverride>
</file>

<file path=ppt/theme/themeOverride2.xml><?xml version="1.0" encoding="utf-8"?>
<a:themeOverride xmlns:a="http://schemas.openxmlformats.org/drawingml/2006/main">
  <a:clrScheme name="Custom 254">
    <a:dk1>
      <a:srgbClr val="000000"/>
    </a:dk1>
    <a:lt1>
      <a:srgbClr val="FFFFFF"/>
    </a:lt1>
    <a:dk2>
      <a:srgbClr val="242A41"/>
    </a:dk2>
    <a:lt2>
      <a:srgbClr val="E2E8E3"/>
    </a:lt2>
    <a:accent1>
      <a:srgbClr val="5370C5"/>
    </a:accent1>
    <a:accent2>
      <a:srgbClr val="17B2D1"/>
    </a:accent2>
    <a:accent3>
      <a:srgbClr val="2978E7"/>
    </a:accent3>
    <a:accent4>
      <a:srgbClr val="7829E7"/>
    </a:accent4>
    <a:accent5>
      <a:srgbClr val="B517D5"/>
    </a:accent5>
    <a:accent6>
      <a:srgbClr val="E729B7"/>
    </a:accent6>
    <a:hlink>
      <a:srgbClr val="5370C5"/>
    </a:hlink>
    <a:folHlink>
      <a:srgbClr val="7F7F7F"/>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4" ma:contentTypeDescription="Create a new document." ma:contentTypeScope="" ma:versionID="2d714a3296df14eba7a100bb665443ca">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49549bf45bfbbfb6cffed527380e77e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C7B5194-E537-408E-9CFF-66A6141D5DE3}">
  <ds:schemaRefs>
    <ds:schemaRef ds:uri="http://purl.org/dc/dcmitype/"/>
    <ds:schemaRef ds:uri="71af3243-3dd4-4a8d-8c0d-dd76da1f02a5"/>
    <ds:schemaRef ds:uri="http://schemas.microsoft.com/office/2006/documentManagement/types"/>
    <ds:schemaRef ds:uri="http://www.w3.org/XML/1998/namespace"/>
    <ds:schemaRef ds:uri="http://purl.org/dc/elements/1.1/"/>
    <ds:schemaRef ds:uri="http://purl.org/dc/terms/"/>
    <ds:schemaRef ds:uri="http://schemas.openxmlformats.org/package/2006/metadata/core-properties"/>
    <ds:schemaRef ds:uri="http://schemas.microsoft.com/office/2006/metadata/properties"/>
    <ds:schemaRef ds:uri="http://schemas.microsoft.com/office/infopath/2007/PartnerControls"/>
    <ds:schemaRef ds:uri="http://schemas.microsoft.com/sharepoint/v3"/>
    <ds:schemaRef ds:uri="230e9df3-be65-4c73-a93b-d1236ebd677e"/>
    <ds:schemaRef ds:uri="16c05727-aa75-4e4a-9b5f-8a80a1165891"/>
  </ds:schemaRefs>
</ds:datastoreItem>
</file>

<file path=customXml/itemProps2.xml><?xml version="1.0" encoding="utf-8"?>
<ds:datastoreItem xmlns:ds="http://schemas.openxmlformats.org/officeDocument/2006/customXml" ds:itemID="{FF9969FA-0C19-40F2-9B6F-EADA7B231A6C}">
  <ds:schemaRefs>
    <ds:schemaRef ds:uri="http://schemas.microsoft.com/sharepoint/v3/contenttype/forms"/>
  </ds:schemaRefs>
</ds:datastoreItem>
</file>

<file path=customXml/itemProps3.xml><?xml version="1.0" encoding="utf-8"?>
<ds:datastoreItem xmlns:ds="http://schemas.openxmlformats.org/officeDocument/2006/customXml" ds:itemID="{4FCFB5EA-1DDA-4423-A8FC-85579F36DEC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Classic corporate teach a course with animation</Template>
  <TotalTime>2233</TotalTime>
  <Words>939</Words>
  <Application>Microsoft Office PowerPoint</Application>
  <PresentationFormat>Widescreen</PresentationFormat>
  <Paragraphs>137</Paragraphs>
  <Slides>19</Slides>
  <Notes>19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Abadi</vt:lpstr>
      <vt:lpstr>Arial</vt:lpstr>
      <vt:lpstr>Calibri</vt:lpstr>
      <vt:lpstr>Calibri Light</vt:lpstr>
      <vt:lpstr>Wingdings</vt:lpstr>
      <vt:lpstr>Office Theme</vt:lpstr>
      <vt:lpstr>IOT Workshop Day-3</vt:lpstr>
      <vt:lpstr>Course Outline</vt:lpstr>
      <vt:lpstr>Course plan</vt:lpstr>
      <vt:lpstr>Relay</vt:lpstr>
      <vt:lpstr>Relay</vt:lpstr>
      <vt:lpstr>Relay task 1:</vt:lpstr>
      <vt:lpstr>Home automation project</vt:lpstr>
      <vt:lpstr>Blynk IOT</vt:lpstr>
      <vt:lpstr>Blynk IOT</vt:lpstr>
      <vt:lpstr>Ultrasonic sensor</vt:lpstr>
      <vt:lpstr>DHT11 sensor</vt:lpstr>
      <vt:lpstr>MQ sensors</vt:lpstr>
      <vt:lpstr>Types of MQ sensor</vt:lpstr>
      <vt:lpstr>Analog pin</vt:lpstr>
      <vt:lpstr>Home automation</vt:lpstr>
      <vt:lpstr>Home automation</vt:lpstr>
      <vt:lpstr>Home automation</vt:lpstr>
      <vt:lpstr>Pins in Blynk IOT</vt:lpstr>
      <vt:lpstr>End of  Day 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user</dc:creator>
  <cp:lastModifiedBy>user</cp:lastModifiedBy>
  <cp:revision>24</cp:revision>
  <dcterms:created xsi:type="dcterms:W3CDTF">2024-06-14T15:50:46Z</dcterms:created>
  <dcterms:modified xsi:type="dcterms:W3CDTF">2024-09-25T11:14:38Z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