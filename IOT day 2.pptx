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0"/>
  </p:notesMasterIdLst>
  <p:handoutMasterIdLst>
    <p:handoutMasterId r:id="rId41"/>
  </p:handoutMasterIdLst>
  <p:sldIdLst>
    <p:sldId id="256" r:id="rId5"/>
    <p:sldId id="257" r:id="rId6"/>
    <p:sldId id="260" r:id="rId7"/>
    <p:sldId id="2504" r:id="rId8"/>
    <p:sldId id="2482" r:id="rId9"/>
    <p:sldId id="262" r:id="rId10"/>
    <p:sldId id="2464" r:id="rId11"/>
    <p:sldId id="263" r:id="rId12"/>
    <p:sldId id="2483" r:id="rId13"/>
    <p:sldId id="2480" r:id="rId14"/>
    <p:sldId id="2499" r:id="rId15"/>
    <p:sldId id="2500" r:id="rId16"/>
    <p:sldId id="2485" r:id="rId17"/>
    <p:sldId id="2501" r:id="rId18"/>
    <p:sldId id="2502" r:id="rId19"/>
    <p:sldId id="2503" r:id="rId20"/>
    <p:sldId id="2507" r:id="rId21"/>
    <p:sldId id="2509" r:id="rId22"/>
    <p:sldId id="2510" r:id="rId23"/>
    <p:sldId id="2462" r:id="rId24"/>
    <p:sldId id="2496" r:id="rId25"/>
    <p:sldId id="2484" r:id="rId26"/>
    <p:sldId id="289" r:id="rId27"/>
    <p:sldId id="2487" r:id="rId28"/>
    <p:sldId id="2494" r:id="rId29"/>
    <p:sldId id="2495" r:id="rId30"/>
    <p:sldId id="266" r:id="rId31"/>
    <p:sldId id="2497" r:id="rId32"/>
    <p:sldId id="2489" r:id="rId33"/>
    <p:sldId id="2490" r:id="rId34"/>
    <p:sldId id="2488" r:id="rId35"/>
    <p:sldId id="2465" r:id="rId36"/>
    <p:sldId id="2486" r:id="rId37"/>
    <p:sldId id="2491" r:id="rId38"/>
    <p:sldId id="2506" r:id="rId39"/>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63" autoAdjust="0"/>
    <p:restoredTop sz="94712" autoAdjust="0"/>
  </p:normalViewPr>
  <p:slideViewPr>
    <p:cSldViewPr snapToGrid="0">
      <p:cViewPr varScale="1">
        <p:scale>
          <a:sx n="90" d="100"/>
          <a:sy n="90" d="100"/>
        </p:scale>
        <p:origin x="72" y="328"/>
      </p:cViewPr>
      <p:guideLst/>
    </p:cSldViewPr>
  </p:slideViewPr>
  <p:notesTextViewPr>
    <p:cViewPr>
      <p:scale>
        <a:sx n="1" d="1"/>
        <a:sy n="1" d="1"/>
      </p:scale>
      <p:origin x="0" y="0"/>
    </p:cViewPr>
  </p:notesTextViewPr>
  <p:notesViewPr>
    <p:cSldViewPr snapToGrid="0">
      <p:cViewPr varScale="1">
        <p:scale>
          <a:sx n="81" d="100"/>
          <a:sy n="81" d="100"/>
        </p:scale>
        <p:origin x="3978"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2F69A6-0780-49EA-A6A8-3965C12489B2}" type="doc">
      <dgm:prSet loTypeId="urn:microsoft.com/office/officeart/2018/2/layout/IconVerticalSolidList" loCatId="icon" qsTypeId="urn:microsoft.com/office/officeart/2005/8/quickstyle/simple1" qsCatId="simple" csTypeId="urn:microsoft.com/office/officeart/2005/8/colors/accent0_1" csCatId="mainScheme" phldr="1"/>
      <dgm:spPr/>
      <dgm:t>
        <a:bodyPr rtlCol="0"/>
        <a:lstStyle/>
        <a:p>
          <a:pPr rtl="0"/>
          <a:endParaRPr lang="en-US"/>
        </a:p>
      </dgm:t>
    </dgm:pt>
    <dgm:pt modelId="{30269CC2-8DD6-4402-82F3-18F164A732FF}">
      <dgm:prSet/>
      <dgm:spPr/>
      <dgm:t>
        <a:bodyPr rtlCol="0"/>
        <a:lstStyle/>
        <a:p>
          <a:pPr>
            <a:lnSpc>
              <a:spcPct val="100000"/>
            </a:lnSpc>
          </a:pPr>
          <a:r>
            <a:rPr lang="en-GB" noProof="0" dirty="0">
              <a:solidFill>
                <a:schemeClr val="bg1"/>
              </a:solidFill>
            </a:rPr>
            <a:t>Node MCU basics</a:t>
          </a:r>
        </a:p>
      </dgm:t>
    </dgm:pt>
    <dgm:pt modelId="{2DAA2C1D-14F6-4BCA-B047-0B53ADD46F43}" type="sibTrans" cxnId="{813C1BD6-5A4A-43F4-8BF7-0645F72381AA}">
      <dgm:prSet/>
      <dgm:spPr/>
      <dgm:t>
        <a:bodyPr rtlCol="0"/>
        <a:lstStyle/>
        <a:p>
          <a:pPr rtl="0"/>
          <a:endParaRPr lang="en-GB" noProof="0" dirty="0"/>
        </a:p>
      </dgm:t>
    </dgm:pt>
    <dgm:pt modelId="{4A8A3B18-A3DE-475C-8BF1-FB4B84DDA43B}" type="parTrans" cxnId="{813C1BD6-5A4A-43F4-8BF7-0645F72381AA}">
      <dgm:prSet/>
      <dgm:spPr/>
      <dgm:t>
        <a:bodyPr rtlCol="0"/>
        <a:lstStyle/>
        <a:p>
          <a:pPr rtl="0"/>
          <a:endParaRPr lang="en-GB" noProof="0" dirty="0"/>
        </a:p>
      </dgm:t>
    </dgm:pt>
    <dgm:pt modelId="{2B87ECDB-C552-42F6-9B52-6548A18B206B}">
      <dgm:prSet/>
      <dgm:spPr/>
      <dgm:t>
        <a:bodyPr rtlCol="0"/>
        <a:lstStyle/>
        <a:p>
          <a:pPr>
            <a:lnSpc>
              <a:spcPct val="100000"/>
            </a:lnSpc>
          </a:pPr>
          <a:r>
            <a:rPr lang="en-GB" noProof="0" dirty="0">
              <a:solidFill>
                <a:schemeClr val="bg1"/>
              </a:solidFill>
            </a:rPr>
            <a:t>Sensors and Data Fetching</a:t>
          </a:r>
        </a:p>
      </dgm:t>
    </dgm:pt>
    <dgm:pt modelId="{80EFB54F-1AC8-40D9-981D-4C85160A5799}" type="sibTrans" cxnId="{91AFA996-5E3B-401C-B400-E70DBD4A4AB6}">
      <dgm:prSet/>
      <dgm:spPr/>
      <dgm:t>
        <a:bodyPr rtlCol="0"/>
        <a:lstStyle/>
        <a:p>
          <a:pPr rtl="0"/>
          <a:endParaRPr lang="en-GB" noProof="0" dirty="0"/>
        </a:p>
      </dgm:t>
    </dgm:pt>
    <dgm:pt modelId="{0DC560D9-C62C-41BA-8D68-CB78933BFF0C}" type="parTrans" cxnId="{91AFA996-5E3B-401C-B400-E70DBD4A4AB6}">
      <dgm:prSet/>
      <dgm:spPr/>
      <dgm:t>
        <a:bodyPr rtlCol="0"/>
        <a:lstStyle/>
        <a:p>
          <a:pPr rtl="0"/>
          <a:endParaRPr lang="en-GB" noProof="0" dirty="0"/>
        </a:p>
      </dgm:t>
    </dgm:pt>
    <dgm:pt modelId="{419DF63C-9792-4EF5-9125-1EEF4D07C33F}">
      <dgm:prSet/>
      <dgm:spPr/>
      <dgm:t>
        <a:bodyPr rtlCol="0"/>
        <a:lstStyle/>
        <a:p>
          <a:pPr>
            <a:lnSpc>
              <a:spcPct val="100000"/>
            </a:lnSpc>
          </a:pPr>
          <a:r>
            <a:rPr lang="en-GB" noProof="0" dirty="0">
              <a:solidFill>
                <a:schemeClr val="bg1"/>
              </a:solidFill>
            </a:rPr>
            <a:t>Wi-fi and IOT</a:t>
          </a:r>
        </a:p>
      </dgm:t>
    </dgm:pt>
    <dgm:pt modelId="{EA8773AB-BB82-4BF6-944E-80CD2086CE93}" type="sibTrans" cxnId="{024B121E-3EE5-42C9-97D1-5E0D27C29DC3}">
      <dgm:prSet/>
      <dgm:spPr/>
      <dgm:t>
        <a:bodyPr rtlCol="0"/>
        <a:lstStyle/>
        <a:p>
          <a:pPr rtl="0"/>
          <a:endParaRPr lang="en-GB" noProof="0" dirty="0"/>
        </a:p>
      </dgm:t>
    </dgm:pt>
    <dgm:pt modelId="{2B95E8EF-82FE-4F54-970D-D55C9AD8EC00}" type="parTrans" cxnId="{024B121E-3EE5-42C9-97D1-5E0D27C29DC3}">
      <dgm:prSet/>
      <dgm:spPr/>
      <dgm:t>
        <a:bodyPr rtlCol="0"/>
        <a:lstStyle/>
        <a:p>
          <a:pPr rtl="0"/>
          <a:endParaRPr lang="en-GB" noProof="0" dirty="0"/>
        </a:p>
      </dgm:t>
    </dgm:pt>
    <dgm:pt modelId="{1B1E513F-BEB7-483A-8F12-A8210AEF19E9}">
      <dgm:prSet/>
      <dgm:spPr/>
      <dgm:t>
        <a:bodyPr rtlCol="0"/>
        <a:lstStyle/>
        <a:p>
          <a:pPr>
            <a:lnSpc>
              <a:spcPct val="100000"/>
            </a:lnSpc>
          </a:pPr>
          <a:r>
            <a:rPr lang="en-GB" noProof="0" dirty="0">
              <a:solidFill>
                <a:schemeClr val="bg1"/>
              </a:solidFill>
            </a:rPr>
            <a:t>3</a:t>
          </a:r>
          <a:r>
            <a:rPr lang="en-GB" baseline="30000" noProof="0" dirty="0">
              <a:solidFill>
                <a:schemeClr val="bg1"/>
              </a:solidFill>
            </a:rPr>
            <a:t>rd</a:t>
          </a:r>
          <a:r>
            <a:rPr lang="en-GB" noProof="0" dirty="0">
              <a:solidFill>
                <a:schemeClr val="bg1"/>
              </a:solidFill>
            </a:rPr>
            <a:t> Party Applications</a:t>
          </a:r>
        </a:p>
      </dgm:t>
    </dgm:pt>
    <dgm:pt modelId="{D99C9B80-BA48-46B7-8B67-372E2AFD9E86}" type="sibTrans" cxnId="{9CD469EF-CF99-411A-B4B3-5B2C59AF684C}">
      <dgm:prSet/>
      <dgm:spPr/>
      <dgm:t>
        <a:bodyPr rtlCol="0"/>
        <a:lstStyle/>
        <a:p>
          <a:pPr rtl="0"/>
          <a:endParaRPr lang="en-GB" noProof="0" dirty="0"/>
        </a:p>
      </dgm:t>
    </dgm:pt>
    <dgm:pt modelId="{DB284026-3063-4705-B72C-ADE04469BE6D}" type="parTrans" cxnId="{9CD469EF-CF99-411A-B4B3-5B2C59AF684C}">
      <dgm:prSet/>
      <dgm:spPr/>
      <dgm:t>
        <a:bodyPr rtlCol="0"/>
        <a:lstStyle/>
        <a:p>
          <a:pPr rtl="0"/>
          <a:endParaRPr lang="en-GB" noProof="0" dirty="0"/>
        </a:p>
      </dgm:t>
    </dgm:pt>
    <dgm:pt modelId="{F4A56385-3827-49D1-B533-953BA75136B7}">
      <dgm:prSet/>
      <dgm:spPr/>
      <dgm:t>
        <a:bodyPr rtlCol="0"/>
        <a:lstStyle/>
        <a:p>
          <a:pPr>
            <a:lnSpc>
              <a:spcPct val="100000"/>
            </a:lnSpc>
          </a:pPr>
          <a:r>
            <a:rPr lang="en-GB" noProof="0" dirty="0">
              <a:solidFill>
                <a:schemeClr val="bg1"/>
              </a:solidFill>
            </a:rPr>
            <a:t>IOT Project</a:t>
          </a:r>
        </a:p>
      </dgm:t>
    </dgm:pt>
    <dgm:pt modelId="{E866DA3A-B427-429E-A892-4812B432ED79}" type="sibTrans" cxnId="{D572C096-14C8-487B-ABCD-6354192B80BA}">
      <dgm:prSet/>
      <dgm:spPr/>
      <dgm:t>
        <a:bodyPr rtlCol="0"/>
        <a:lstStyle/>
        <a:p>
          <a:pPr rtl="0"/>
          <a:endParaRPr lang="en-GB" noProof="0" dirty="0"/>
        </a:p>
      </dgm:t>
    </dgm:pt>
    <dgm:pt modelId="{5C6E35C5-B6D6-42D4-9FF2-63E3FEC1E45F}" type="parTrans" cxnId="{D572C096-14C8-487B-ABCD-6354192B80BA}">
      <dgm:prSet/>
      <dgm:spPr/>
      <dgm:t>
        <a:bodyPr rtlCol="0"/>
        <a:lstStyle/>
        <a:p>
          <a:pPr rtl="0"/>
          <a:endParaRPr lang="en-GB" noProof="0" dirty="0"/>
        </a:p>
      </dgm:t>
    </dgm:pt>
    <dgm:pt modelId="{05261D3E-3CC7-4C85-9E09-D67FC777908C}" type="pres">
      <dgm:prSet presAssocID="{162F69A6-0780-49EA-A6A8-3965C12489B2}" presName="root" presStyleCnt="0">
        <dgm:presLayoutVars>
          <dgm:dir/>
          <dgm:resizeHandles val="exact"/>
        </dgm:presLayoutVars>
      </dgm:prSet>
      <dgm:spPr/>
    </dgm:pt>
    <dgm:pt modelId="{25C6FE9B-AED9-47D9-807F-76A517615FC1}" type="pres">
      <dgm:prSet presAssocID="{30269CC2-8DD6-4402-82F3-18F164A732FF}" presName="compNode" presStyleCnt="0"/>
      <dgm:spPr/>
    </dgm:pt>
    <dgm:pt modelId="{99698387-9DF3-4127-A7DE-FCE3F05A3470}" type="pres">
      <dgm:prSet presAssocID="{30269CC2-8DD6-4402-82F3-18F164A732FF}" presName="bgRect" presStyleLbl="bgShp" presStyleIdx="0" presStyleCnt="5"/>
      <dgm:spPr>
        <a:prstGeom prst="rect">
          <a:avLst/>
        </a:prstGeom>
        <a:solidFill>
          <a:schemeClr val="tx2"/>
        </a:solidFill>
      </dgm:spPr>
    </dgm:pt>
    <dgm:pt modelId="{B52E1101-E263-4511-8D8F-5A215C912C41}" type="pres">
      <dgm:prSet presAssocID="{30269CC2-8DD6-4402-82F3-18F164A732F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rocessor with solid fill"/>
        </a:ext>
      </dgm:extLst>
    </dgm:pt>
    <dgm:pt modelId="{18EFBBAF-BD9F-4030-B8A4-57CCEB350921}" type="pres">
      <dgm:prSet presAssocID="{30269CC2-8DD6-4402-82F3-18F164A732FF}" presName="spaceRect" presStyleCnt="0"/>
      <dgm:spPr/>
    </dgm:pt>
    <dgm:pt modelId="{F113ED77-1650-49A8-987A-A13C2A50CEA5}" type="pres">
      <dgm:prSet presAssocID="{30269CC2-8DD6-4402-82F3-18F164A732FF}" presName="parTx" presStyleLbl="revTx" presStyleIdx="0" presStyleCnt="5">
        <dgm:presLayoutVars>
          <dgm:chMax val="0"/>
          <dgm:chPref val="0"/>
        </dgm:presLayoutVars>
      </dgm:prSet>
      <dgm:spPr/>
    </dgm:pt>
    <dgm:pt modelId="{084D1940-F8FF-48AA-A0CA-908C7645C951}" type="pres">
      <dgm:prSet presAssocID="{2DAA2C1D-14F6-4BCA-B047-0B53ADD46F43}" presName="sibTrans" presStyleCnt="0"/>
      <dgm:spPr/>
    </dgm:pt>
    <dgm:pt modelId="{922A9066-91F0-4494-8CF8-01F8511B6028}" type="pres">
      <dgm:prSet presAssocID="{2B87ECDB-C552-42F6-9B52-6548A18B206B}" presName="compNode" presStyleCnt="0"/>
      <dgm:spPr/>
    </dgm:pt>
    <dgm:pt modelId="{FA3369E0-5B38-4FDD-A9F5-22B9810A03F7}" type="pres">
      <dgm:prSet presAssocID="{2B87ECDB-C552-42F6-9B52-6548A18B206B}" presName="bgRect" presStyleLbl="bgShp" presStyleIdx="1" presStyleCnt="5"/>
      <dgm:spPr>
        <a:xfrm>
          <a:off x="0" y="1249576"/>
          <a:ext cx="6791323" cy="995920"/>
        </a:xfrm>
        <a:prstGeom prst="rect">
          <a:avLst/>
        </a:prstGeom>
        <a:solidFill>
          <a:schemeClr val="tx2"/>
        </a:solidFill>
      </dgm:spPr>
    </dgm:pt>
    <dgm:pt modelId="{FADE9C4E-BFE3-4374-BE2C-676ED238ACF2}" type="pres">
      <dgm:prSet presAssocID="{2B87ECDB-C552-42F6-9B52-6548A18B206B}" presName="iconRect" presStyleLbl="nod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Ethernet with solid fill"/>
        </a:ext>
      </dgm:extLst>
    </dgm:pt>
    <dgm:pt modelId="{7000F0F2-143F-4CAE-BA6B-E9C401E5437A}" type="pres">
      <dgm:prSet presAssocID="{2B87ECDB-C552-42F6-9B52-6548A18B206B}" presName="spaceRect" presStyleCnt="0"/>
      <dgm:spPr/>
    </dgm:pt>
    <dgm:pt modelId="{AC018808-9CEA-4C61-8875-3E922AA167D7}" type="pres">
      <dgm:prSet presAssocID="{2B87ECDB-C552-42F6-9B52-6548A18B206B}" presName="parTx" presStyleLbl="revTx" presStyleIdx="1" presStyleCnt="5">
        <dgm:presLayoutVars>
          <dgm:chMax val="0"/>
          <dgm:chPref val="0"/>
        </dgm:presLayoutVars>
      </dgm:prSet>
      <dgm:spPr/>
    </dgm:pt>
    <dgm:pt modelId="{CE46B6BD-FA9F-4C65-8E75-D8C24C71657B}" type="pres">
      <dgm:prSet presAssocID="{80EFB54F-1AC8-40D9-981D-4C85160A5799}" presName="sibTrans" presStyleCnt="0"/>
      <dgm:spPr/>
    </dgm:pt>
    <dgm:pt modelId="{B12160B6-4EC8-4B4D-A1B2-F7F5F2795F75}" type="pres">
      <dgm:prSet presAssocID="{419DF63C-9792-4EF5-9125-1EEF4D07C33F}" presName="compNode" presStyleCnt="0"/>
      <dgm:spPr/>
    </dgm:pt>
    <dgm:pt modelId="{DB8ABDAA-976A-4A84-A3C3-277080E19DCA}" type="pres">
      <dgm:prSet presAssocID="{419DF63C-9792-4EF5-9125-1EEF4D07C33F}" presName="bgRect" presStyleLbl="bgShp" presStyleIdx="2" presStyleCnt="5"/>
      <dgm:spPr>
        <a:xfrm>
          <a:off x="0" y="2494477"/>
          <a:ext cx="6791323" cy="995920"/>
        </a:xfrm>
        <a:prstGeom prst="rect">
          <a:avLst/>
        </a:prstGeom>
        <a:solidFill>
          <a:schemeClr val="tx2"/>
        </a:solidFill>
      </dgm:spPr>
    </dgm:pt>
    <dgm:pt modelId="{D335376E-740A-4A47-BC5B-3381DE731CE0}" type="pres">
      <dgm:prSet presAssocID="{419DF63C-9792-4EF5-9125-1EEF4D07C33F}" presName="iconRect" presStyleLbl="nod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Wireless with solid fill"/>
        </a:ext>
      </dgm:extLst>
    </dgm:pt>
    <dgm:pt modelId="{BCDE90E0-E45B-4C79-BE60-A53702208276}" type="pres">
      <dgm:prSet presAssocID="{419DF63C-9792-4EF5-9125-1EEF4D07C33F}" presName="spaceRect" presStyleCnt="0"/>
      <dgm:spPr/>
    </dgm:pt>
    <dgm:pt modelId="{8409F791-340A-4625-9294-3E680D66DB63}" type="pres">
      <dgm:prSet presAssocID="{419DF63C-9792-4EF5-9125-1EEF4D07C33F}" presName="parTx" presStyleLbl="revTx" presStyleIdx="2" presStyleCnt="5">
        <dgm:presLayoutVars>
          <dgm:chMax val="0"/>
          <dgm:chPref val="0"/>
        </dgm:presLayoutVars>
      </dgm:prSet>
      <dgm:spPr/>
    </dgm:pt>
    <dgm:pt modelId="{D4892BA4-47FA-499C-84FA-3A971E9AFE41}" type="pres">
      <dgm:prSet presAssocID="{EA8773AB-BB82-4BF6-944E-80CD2086CE93}" presName="sibTrans" presStyleCnt="0"/>
      <dgm:spPr/>
    </dgm:pt>
    <dgm:pt modelId="{390D1410-0CB7-44D5-903C-C35615DE86E1}" type="pres">
      <dgm:prSet presAssocID="{1B1E513F-BEB7-483A-8F12-A8210AEF19E9}" presName="compNode" presStyleCnt="0"/>
      <dgm:spPr/>
    </dgm:pt>
    <dgm:pt modelId="{C2FCE80A-DCA0-4D7F-8F72-19CB2337E588}" type="pres">
      <dgm:prSet presAssocID="{1B1E513F-BEB7-483A-8F12-A8210AEF19E9}" presName="bgRect" presStyleLbl="bgShp" presStyleIdx="3" presStyleCnt="5"/>
      <dgm:spPr>
        <a:xfrm>
          <a:off x="0" y="3739377"/>
          <a:ext cx="6791323" cy="995920"/>
        </a:xfrm>
        <a:prstGeom prst="rect">
          <a:avLst/>
        </a:prstGeom>
        <a:solidFill>
          <a:schemeClr val="tx2"/>
        </a:solidFill>
      </dgm:spPr>
    </dgm:pt>
    <dgm:pt modelId="{1B0B9210-632F-4BB5-B140-1FA20D3CF123}" type="pres">
      <dgm:prSet presAssocID="{1B1E513F-BEB7-483A-8F12-A8210AEF19E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Ui Ux with solid fill"/>
        </a:ext>
      </dgm:extLst>
    </dgm:pt>
    <dgm:pt modelId="{E9B85894-F3EF-4216-9DD4-962DCF409217}" type="pres">
      <dgm:prSet presAssocID="{1B1E513F-BEB7-483A-8F12-A8210AEF19E9}" presName="spaceRect" presStyleCnt="0"/>
      <dgm:spPr/>
    </dgm:pt>
    <dgm:pt modelId="{3CBA7321-E2AC-48FD-B351-CE3C9A4CE924}" type="pres">
      <dgm:prSet presAssocID="{1B1E513F-BEB7-483A-8F12-A8210AEF19E9}" presName="parTx" presStyleLbl="revTx" presStyleIdx="3" presStyleCnt="5">
        <dgm:presLayoutVars>
          <dgm:chMax val="0"/>
          <dgm:chPref val="0"/>
        </dgm:presLayoutVars>
      </dgm:prSet>
      <dgm:spPr/>
    </dgm:pt>
    <dgm:pt modelId="{5E25F319-BBA5-4820-B2FC-14F8D56BF078}" type="pres">
      <dgm:prSet presAssocID="{D99C9B80-BA48-46B7-8B67-372E2AFD9E86}" presName="sibTrans" presStyleCnt="0"/>
      <dgm:spPr/>
    </dgm:pt>
    <dgm:pt modelId="{A9DA4473-F7AD-4D05-A89E-4317469C9CAC}" type="pres">
      <dgm:prSet presAssocID="{F4A56385-3827-49D1-B533-953BA75136B7}" presName="compNode" presStyleCnt="0"/>
      <dgm:spPr/>
    </dgm:pt>
    <dgm:pt modelId="{343A76ED-9DD6-4B0A-830E-16ED952B3D06}" type="pres">
      <dgm:prSet presAssocID="{F4A56385-3827-49D1-B533-953BA75136B7}" presName="bgRect" presStyleLbl="bgShp" presStyleIdx="4" presStyleCnt="5"/>
      <dgm:spPr>
        <a:xfrm>
          <a:off x="0" y="4984278"/>
          <a:ext cx="6791323" cy="995920"/>
        </a:xfrm>
        <a:prstGeom prst="rect">
          <a:avLst/>
        </a:prstGeom>
        <a:solidFill>
          <a:schemeClr val="tx2"/>
        </a:solidFill>
        <a:ln>
          <a:noFill/>
        </a:ln>
      </dgm:spPr>
    </dgm:pt>
    <dgm:pt modelId="{C21BED67-1F13-4312-815B-B5C34DAA27F9}" type="pres">
      <dgm:prSet presAssocID="{F4A56385-3827-49D1-B533-953BA75136B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Programmer female with solid fill"/>
        </a:ext>
      </dgm:extLst>
    </dgm:pt>
    <dgm:pt modelId="{8854FDB6-04FD-4DEB-9AB6-DDB7E532A353}" type="pres">
      <dgm:prSet presAssocID="{F4A56385-3827-49D1-B533-953BA75136B7}" presName="spaceRect" presStyleCnt="0"/>
      <dgm:spPr/>
    </dgm:pt>
    <dgm:pt modelId="{9260EF14-C09B-4543-88B7-7F45704CBA36}" type="pres">
      <dgm:prSet presAssocID="{F4A56385-3827-49D1-B533-953BA75136B7}" presName="parTx" presStyleLbl="revTx" presStyleIdx="4" presStyleCnt="5">
        <dgm:presLayoutVars>
          <dgm:chMax val="0"/>
          <dgm:chPref val="0"/>
        </dgm:presLayoutVars>
      </dgm:prSet>
      <dgm:spPr/>
    </dgm:pt>
  </dgm:ptLst>
  <dgm:cxnLst>
    <dgm:cxn modelId="{024B121E-3EE5-42C9-97D1-5E0D27C29DC3}" srcId="{162F69A6-0780-49EA-A6A8-3965C12489B2}" destId="{419DF63C-9792-4EF5-9125-1EEF4D07C33F}" srcOrd="2" destOrd="0" parTransId="{2B95E8EF-82FE-4F54-970D-D55C9AD8EC00}" sibTransId="{EA8773AB-BB82-4BF6-944E-80CD2086CE93}"/>
    <dgm:cxn modelId="{D7E7903A-483E-4876-8C77-EEB10661B95B}" type="presOf" srcId="{1B1E513F-BEB7-483A-8F12-A8210AEF19E9}" destId="{3CBA7321-E2AC-48FD-B351-CE3C9A4CE924}" srcOrd="0" destOrd="0" presId="urn:microsoft.com/office/officeart/2018/2/layout/IconVerticalSolidList"/>
    <dgm:cxn modelId="{C9B7BD43-67DC-4CD4-86B0-92B8BFA59068}" type="presOf" srcId="{2B87ECDB-C552-42F6-9B52-6548A18B206B}" destId="{AC018808-9CEA-4C61-8875-3E922AA167D7}" srcOrd="0" destOrd="0" presId="urn:microsoft.com/office/officeart/2018/2/layout/IconVerticalSolidList"/>
    <dgm:cxn modelId="{92648A4D-7D0D-48F5-96E4-BF8EC541B3A9}" type="presOf" srcId="{419DF63C-9792-4EF5-9125-1EEF4D07C33F}" destId="{8409F791-340A-4625-9294-3E680D66DB63}" srcOrd="0" destOrd="0" presId="urn:microsoft.com/office/officeart/2018/2/layout/IconVerticalSolidList"/>
    <dgm:cxn modelId="{DF18896F-7F42-4500-8AD0-6181E8694E28}" type="presOf" srcId="{F4A56385-3827-49D1-B533-953BA75136B7}" destId="{9260EF14-C09B-4543-88B7-7F45704CBA36}" srcOrd="0" destOrd="0" presId="urn:microsoft.com/office/officeart/2018/2/layout/IconVerticalSolidList"/>
    <dgm:cxn modelId="{91AFA996-5E3B-401C-B400-E70DBD4A4AB6}" srcId="{162F69A6-0780-49EA-A6A8-3965C12489B2}" destId="{2B87ECDB-C552-42F6-9B52-6548A18B206B}" srcOrd="1" destOrd="0" parTransId="{0DC560D9-C62C-41BA-8D68-CB78933BFF0C}" sibTransId="{80EFB54F-1AC8-40D9-981D-4C85160A5799}"/>
    <dgm:cxn modelId="{D572C096-14C8-487B-ABCD-6354192B80BA}" srcId="{162F69A6-0780-49EA-A6A8-3965C12489B2}" destId="{F4A56385-3827-49D1-B533-953BA75136B7}" srcOrd="4" destOrd="0" parTransId="{5C6E35C5-B6D6-42D4-9FF2-63E3FEC1E45F}" sibTransId="{E866DA3A-B427-429E-A892-4812B432ED79}"/>
    <dgm:cxn modelId="{813C1BD6-5A4A-43F4-8BF7-0645F72381AA}" srcId="{162F69A6-0780-49EA-A6A8-3965C12489B2}" destId="{30269CC2-8DD6-4402-82F3-18F164A732FF}" srcOrd="0" destOrd="0" parTransId="{4A8A3B18-A3DE-475C-8BF1-FB4B84DDA43B}" sibTransId="{2DAA2C1D-14F6-4BCA-B047-0B53ADD46F43}"/>
    <dgm:cxn modelId="{7F77D1ED-2343-4635-9FDF-CF5C9D2B3315}" type="presOf" srcId="{162F69A6-0780-49EA-A6A8-3965C12489B2}" destId="{05261D3E-3CC7-4C85-9E09-D67FC777908C}" srcOrd="0" destOrd="0" presId="urn:microsoft.com/office/officeart/2018/2/layout/IconVerticalSolidList"/>
    <dgm:cxn modelId="{9CD469EF-CF99-411A-B4B3-5B2C59AF684C}" srcId="{162F69A6-0780-49EA-A6A8-3965C12489B2}" destId="{1B1E513F-BEB7-483A-8F12-A8210AEF19E9}" srcOrd="3" destOrd="0" parTransId="{DB284026-3063-4705-B72C-ADE04469BE6D}" sibTransId="{D99C9B80-BA48-46B7-8B67-372E2AFD9E86}"/>
    <dgm:cxn modelId="{175EB5FF-CD0E-4495-8FA8-F19D1233730A}" type="presOf" srcId="{30269CC2-8DD6-4402-82F3-18F164A732FF}" destId="{F113ED77-1650-49A8-987A-A13C2A50CEA5}" srcOrd="0" destOrd="0" presId="urn:microsoft.com/office/officeart/2018/2/layout/IconVerticalSolidList"/>
    <dgm:cxn modelId="{B6784D09-C55E-4568-A257-9A4C076E72A2}" type="presParOf" srcId="{05261D3E-3CC7-4C85-9E09-D67FC777908C}" destId="{25C6FE9B-AED9-47D9-807F-76A517615FC1}" srcOrd="0" destOrd="0" presId="urn:microsoft.com/office/officeart/2018/2/layout/IconVerticalSolidList"/>
    <dgm:cxn modelId="{918FF3CA-876D-40FA-841A-AB5A28A77ED2}" type="presParOf" srcId="{25C6FE9B-AED9-47D9-807F-76A517615FC1}" destId="{99698387-9DF3-4127-A7DE-FCE3F05A3470}" srcOrd="0" destOrd="0" presId="urn:microsoft.com/office/officeart/2018/2/layout/IconVerticalSolidList"/>
    <dgm:cxn modelId="{9E8C0B32-A7B3-460A-83CF-493652F6403A}" type="presParOf" srcId="{25C6FE9B-AED9-47D9-807F-76A517615FC1}" destId="{B52E1101-E263-4511-8D8F-5A215C912C41}" srcOrd="1" destOrd="0" presId="urn:microsoft.com/office/officeart/2018/2/layout/IconVerticalSolidList"/>
    <dgm:cxn modelId="{BF3562AE-51B6-4827-AC2A-02A6C7EE6F5E}" type="presParOf" srcId="{25C6FE9B-AED9-47D9-807F-76A517615FC1}" destId="{18EFBBAF-BD9F-4030-B8A4-57CCEB350921}" srcOrd="2" destOrd="0" presId="urn:microsoft.com/office/officeart/2018/2/layout/IconVerticalSolidList"/>
    <dgm:cxn modelId="{04E3ADEA-CCED-42DB-834F-C02041D4F81B}" type="presParOf" srcId="{25C6FE9B-AED9-47D9-807F-76A517615FC1}" destId="{F113ED77-1650-49A8-987A-A13C2A50CEA5}" srcOrd="3" destOrd="0" presId="urn:microsoft.com/office/officeart/2018/2/layout/IconVerticalSolidList"/>
    <dgm:cxn modelId="{F6438E6C-D016-4A64-9005-13CAA2685ADD}" type="presParOf" srcId="{05261D3E-3CC7-4C85-9E09-D67FC777908C}" destId="{084D1940-F8FF-48AA-A0CA-908C7645C951}" srcOrd="1" destOrd="0" presId="urn:microsoft.com/office/officeart/2018/2/layout/IconVerticalSolidList"/>
    <dgm:cxn modelId="{CEB88A46-381C-4FB3-B5C2-36F0205865FC}" type="presParOf" srcId="{05261D3E-3CC7-4C85-9E09-D67FC777908C}" destId="{922A9066-91F0-4494-8CF8-01F8511B6028}" srcOrd="2" destOrd="0" presId="urn:microsoft.com/office/officeart/2018/2/layout/IconVerticalSolidList"/>
    <dgm:cxn modelId="{D1B45BFC-BE7D-41A5-ACF1-DDC855C4E453}" type="presParOf" srcId="{922A9066-91F0-4494-8CF8-01F8511B6028}" destId="{FA3369E0-5B38-4FDD-A9F5-22B9810A03F7}" srcOrd="0" destOrd="0" presId="urn:microsoft.com/office/officeart/2018/2/layout/IconVerticalSolidList"/>
    <dgm:cxn modelId="{4643A976-3E27-4CAA-B7FC-B0B83CAF8B1F}" type="presParOf" srcId="{922A9066-91F0-4494-8CF8-01F8511B6028}" destId="{FADE9C4E-BFE3-4374-BE2C-676ED238ACF2}" srcOrd="1" destOrd="0" presId="urn:microsoft.com/office/officeart/2018/2/layout/IconVerticalSolidList"/>
    <dgm:cxn modelId="{D766C06F-7B8D-459C-9FB9-C58229C29760}" type="presParOf" srcId="{922A9066-91F0-4494-8CF8-01F8511B6028}" destId="{7000F0F2-143F-4CAE-BA6B-E9C401E5437A}" srcOrd="2" destOrd="0" presId="urn:microsoft.com/office/officeart/2018/2/layout/IconVerticalSolidList"/>
    <dgm:cxn modelId="{150742EF-413B-4B94-8C6E-7E0DC782FB81}" type="presParOf" srcId="{922A9066-91F0-4494-8CF8-01F8511B6028}" destId="{AC018808-9CEA-4C61-8875-3E922AA167D7}" srcOrd="3" destOrd="0" presId="urn:microsoft.com/office/officeart/2018/2/layout/IconVerticalSolidList"/>
    <dgm:cxn modelId="{8C73B2A2-55AA-4BE8-A101-760B33AD8140}" type="presParOf" srcId="{05261D3E-3CC7-4C85-9E09-D67FC777908C}" destId="{CE46B6BD-FA9F-4C65-8E75-D8C24C71657B}" srcOrd="3" destOrd="0" presId="urn:microsoft.com/office/officeart/2018/2/layout/IconVerticalSolidList"/>
    <dgm:cxn modelId="{18BE3019-0E90-4C32-A988-157009864AD2}" type="presParOf" srcId="{05261D3E-3CC7-4C85-9E09-D67FC777908C}" destId="{B12160B6-4EC8-4B4D-A1B2-F7F5F2795F75}" srcOrd="4" destOrd="0" presId="urn:microsoft.com/office/officeart/2018/2/layout/IconVerticalSolidList"/>
    <dgm:cxn modelId="{2EEC68C7-29BF-4C02-91C1-17C5C78737B5}" type="presParOf" srcId="{B12160B6-4EC8-4B4D-A1B2-F7F5F2795F75}" destId="{DB8ABDAA-976A-4A84-A3C3-277080E19DCA}" srcOrd="0" destOrd="0" presId="urn:microsoft.com/office/officeart/2018/2/layout/IconVerticalSolidList"/>
    <dgm:cxn modelId="{F1D89C2A-76D1-4569-963D-1C92D0A16E1C}" type="presParOf" srcId="{B12160B6-4EC8-4B4D-A1B2-F7F5F2795F75}" destId="{D335376E-740A-4A47-BC5B-3381DE731CE0}" srcOrd="1" destOrd="0" presId="urn:microsoft.com/office/officeart/2018/2/layout/IconVerticalSolidList"/>
    <dgm:cxn modelId="{4E76AE4D-E418-463B-994D-6DDD4BE738C0}" type="presParOf" srcId="{B12160B6-4EC8-4B4D-A1B2-F7F5F2795F75}" destId="{BCDE90E0-E45B-4C79-BE60-A53702208276}" srcOrd="2" destOrd="0" presId="urn:microsoft.com/office/officeart/2018/2/layout/IconVerticalSolidList"/>
    <dgm:cxn modelId="{A3104C94-C425-4DC0-8A01-7FDFF0F35AAA}" type="presParOf" srcId="{B12160B6-4EC8-4B4D-A1B2-F7F5F2795F75}" destId="{8409F791-340A-4625-9294-3E680D66DB63}" srcOrd="3" destOrd="0" presId="urn:microsoft.com/office/officeart/2018/2/layout/IconVerticalSolidList"/>
    <dgm:cxn modelId="{605473B3-8AA5-4EE0-BFBA-3AB749038A35}" type="presParOf" srcId="{05261D3E-3CC7-4C85-9E09-D67FC777908C}" destId="{D4892BA4-47FA-499C-84FA-3A971E9AFE41}" srcOrd="5" destOrd="0" presId="urn:microsoft.com/office/officeart/2018/2/layout/IconVerticalSolidList"/>
    <dgm:cxn modelId="{CC9F31C5-774B-4FC3-9646-7E0EFDB54727}" type="presParOf" srcId="{05261D3E-3CC7-4C85-9E09-D67FC777908C}" destId="{390D1410-0CB7-44D5-903C-C35615DE86E1}" srcOrd="6" destOrd="0" presId="urn:microsoft.com/office/officeart/2018/2/layout/IconVerticalSolidList"/>
    <dgm:cxn modelId="{34A9E1BF-6D83-4701-9E7B-CBCD8074AEAA}" type="presParOf" srcId="{390D1410-0CB7-44D5-903C-C35615DE86E1}" destId="{C2FCE80A-DCA0-4D7F-8F72-19CB2337E588}" srcOrd="0" destOrd="0" presId="urn:microsoft.com/office/officeart/2018/2/layout/IconVerticalSolidList"/>
    <dgm:cxn modelId="{2682A58B-536A-49D1-A507-E48E245F1609}" type="presParOf" srcId="{390D1410-0CB7-44D5-903C-C35615DE86E1}" destId="{1B0B9210-632F-4BB5-B140-1FA20D3CF123}" srcOrd="1" destOrd="0" presId="urn:microsoft.com/office/officeart/2018/2/layout/IconVerticalSolidList"/>
    <dgm:cxn modelId="{59D669F7-8B16-4888-95F6-5986C0AFE631}" type="presParOf" srcId="{390D1410-0CB7-44D5-903C-C35615DE86E1}" destId="{E9B85894-F3EF-4216-9DD4-962DCF409217}" srcOrd="2" destOrd="0" presId="urn:microsoft.com/office/officeart/2018/2/layout/IconVerticalSolidList"/>
    <dgm:cxn modelId="{BD8D7B70-D5A5-475A-9EAE-2DF74A65E7A7}" type="presParOf" srcId="{390D1410-0CB7-44D5-903C-C35615DE86E1}" destId="{3CBA7321-E2AC-48FD-B351-CE3C9A4CE924}" srcOrd="3" destOrd="0" presId="urn:microsoft.com/office/officeart/2018/2/layout/IconVerticalSolidList"/>
    <dgm:cxn modelId="{A54D5403-F787-4964-8489-63C75BE2EFB6}" type="presParOf" srcId="{05261D3E-3CC7-4C85-9E09-D67FC777908C}" destId="{5E25F319-BBA5-4820-B2FC-14F8D56BF078}" srcOrd="7" destOrd="0" presId="urn:microsoft.com/office/officeart/2018/2/layout/IconVerticalSolidList"/>
    <dgm:cxn modelId="{B5AAF852-AE2E-40BE-BC22-1382A2AD5A44}" type="presParOf" srcId="{05261D3E-3CC7-4C85-9E09-D67FC777908C}" destId="{A9DA4473-F7AD-4D05-A89E-4317469C9CAC}" srcOrd="8" destOrd="0" presId="urn:microsoft.com/office/officeart/2018/2/layout/IconVerticalSolidList"/>
    <dgm:cxn modelId="{80161854-1670-4BD7-9912-A0DFE5201001}" type="presParOf" srcId="{A9DA4473-F7AD-4D05-A89E-4317469C9CAC}" destId="{343A76ED-9DD6-4B0A-830E-16ED952B3D06}" srcOrd="0" destOrd="0" presId="urn:microsoft.com/office/officeart/2018/2/layout/IconVerticalSolidList"/>
    <dgm:cxn modelId="{17AEC66B-BBFF-4EF5-B894-6B5A992F362F}" type="presParOf" srcId="{A9DA4473-F7AD-4D05-A89E-4317469C9CAC}" destId="{C21BED67-1F13-4312-815B-B5C34DAA27F9}" srcOrd="1" destOrd="0" presId="urn:microsoft.com/office/officeart/2018/2/layout/IconVerticalSolidList"/>
    <dgm:cxn modelId="{D35FF1B4-6B78-4ECE-976F-17DFD749DB9F}" type="presParOf" srcId="{A9DA4473-F7AD-4D05-A89E-4317469C9CAC}" destId="{8854FDB6-04FD-4DEB-9AB6-DDB7E532A353}" srcOrd="2" destOrd="0" presId="urn:microsoft.com/office/officeart/2018/2/layout/IconVerticalSolidList"/>
    <dgm:cxn modelId="{00C148E5-B634-4CBF-973D-0F5A3C5E09C8}" type="presParOf" srcId="{A9DA4473-F7AD-4D05-A89E-4317469C9CAC}" destId="{9260EF14-C09B-4543-88B7-7F45704CBA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0ECF89-2783-4E78-A209-A16EF114A1AA}" type="doc">
      <dgm:prSet loTypeId="urn:microsoft.com/office/officeart/2016/7/layout/LinProcess3" loCatId="list" qsTypeId="urn:microsoft.com/office/officeart/2005/8/quickstyle/simple1" qsCatId="simple" csTypeId="urn:microsoft.com/office/officeart/2018/5/colors/Iconchunking_neutralicontext_colorful1" csCatId="colorful" phldr="1"/>
      <dgm:spPr/>
      <dgm:t>
        <a:bodyPr rtlCol="0"/>
        <a:lstStyle/>
        <a:p>
          <a:pPr rtl="0"/>
          <a:endParaRPr lang="en-US"/>
        </a:p>
      </dgm:t>
    </dgm:pt>
    <dgm:pt modelId="{FFB58190-E438-47AF-86F3-FAEC2813ACF1}">
      <dgm:prSet custT="1"/>
      <dgm:spPr>
        <a:solidFill>
          <a:schemeClr val="tx2"/>
        </a:solidFill>
        <a:ln>
          <a:noFill/>
        </a:ln>
      </dgm:spPr>
      <dgm:t>
        <a:bodyPr rtlCol="0"/>
        <a:lstStyle/>
        <a:p>
          <a:pPr rtl="0"/>
          <a:r>
            <a:rPr lang="en-GB" sz="2000" b="1" noProof="1">
              <a:solidFill>
                <a:schemeClr val="bg1"/>
              </a:solidFill>
            </a:rPr>
            <a:t>HTTP/HTTPS </a:t>
          </a:r>
        </a:p>
        <a:p>
          <a:pPr rtl="0"/>
          <a:r>
            <a:rPr lang="en-GB" sz="1600" noProof="1">
              <a:solidFill>
                <a:schemeClr val="bg1"/>
              </a:solidFill>
            </a:rPr>
            <a:t>- Suited for secure, reliable web communications, particularly where strong security is required, and resource constraints are less of an issue.</a:t>
          </a:r>
        </a:p>
      </dgm:t>
    </dgm:pt>
    <dgm:pt modelId="{A40BCF22-228C-4E6F-A028-7BBDE5C12E5A}" type="parTrans" cxnId="{8FB3CA80-DD34-4F68-B118-EAE12645570F}">
      <dgm:prSet/>
      <dgm:spPr/>
      <dgm:t>
        <a:bodyPr rtlCol="0"/>
        <a:lstStyle/>
        <a:p>
          <a:pPr rtl="0"/>
          <a:endParaRPr lang="en-GB" dirty="0"/>
        </a:p>
      </dgm:t>
    </dgm:pt>
    <dgm:pt modelId="{547F8894-C324-4B84-95BE-A51E4FE0FA16}" type="sibTrans" cxnId="{8FB3CA80-DD34-4F68-B118-EAE12645570F}">
      <dgm:prSet/>
      <dgm:spPr>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t>
        <a:bodyPr rtlCol="0"/>
        <a:lstStyle/>
        <a:p>
          <a:pPr rtl="0"/>
          <a:endParaRPr lang="en-GB" dirty="0"/>
        </a:p>
      </dgm:t>
    </dgm:pt>
    <dgm:pt modelId="{CE11A269-561D-4BA1-BC45-87F6759FD368}">
      <dgm:prSet custT="1"/>
      <dgm:spPr>
        <a:solidFill>
          <a:schemeClr val="tx2"/>
        </a:solidFill>
        <a:ln w="12700" cap="flat" cmpd="sng" algn="ctr">
          <a:noFill/>
          <a:prstDash val="solid"/>
          <a:miter lim="800000"/>
        </a:ln>
        <a:effectLst/>
      </dgm:spPr>
      <dgm:t>
        <a:bodyPr spcFirstLastPara="0" vert="horz" wrap="square" lIns="256199" tIns="330200" rIns="256199" bIns="330200" numCol="1" spcCol="1270" rtlCol="0" anchor="t" anchorCtr="0"/>
        <a:lstStyle/>
        <a:p>
          <a:pPr marL="0" lvl="0" indent="0" algn="l" defTabSz="711200" rtl="0">
            <a:lnSpc>
              <a:spcPct val="90000"/>
            </a:lnSpc>
            <a:spcBef>
              <a:spcPct val="0"/>
            </a:spcBef>
            <a:spcAft>
              <a:spcPct val="35000"/>
            </a:spcAft>
            <a:buNone/>
          </a:pPr>
          <a:r>
            <a:rPr lang="en-GB" sz="2000" b="1" kern="1200" dirty="0">
              <a:solidFill>
                <a:srgbClr val="FFFFFF"/>
              </a:solidFill>
              <a:latin typeface="Calibri"/>
              <a:ea typeface="+mn-ea"/>
              <a:cs typeface="+mn-cs"/>
            </a:rPr>
            <a:t>CoAP</a:t>
          </a:r>
          <a:br>
            <a:rPr lang="en-GB" sz="1600" kern="1200" dirty="0">
              <a:solidFill>
                <a:srgbClr val="FFFFFF"/>
              </a:solidFill>
              <a:latin typeface="Calibri"/>
              <a:ea typeface="+mn-ea"/>
              <a:cs typeface="+mn-cs"/>
            </a:rPr>
          </a:br>
          <a:r>
            <a:rPr lang="en-GB" sz="1600" kern="1200" dirty="0">
              <a:solidFill>
                <a:srgbClr val="FFFFFF"/>
              </a:solidFill>
              <a:latin typeface="Calibri"/>
              <a:ea typeface="+mn-ea"/>
              <a:cs typeface="+mn-cs"/>
            </a:rPr>
            <a:t>- Ideal for constrained devices and networks requiring lightweight, simple request/response communication with basic reliability.</a:t>
          </a:r>
        </a:p>
      </dgm:t>
    </dgm:pt>
    <dgm:pt modelId="{4A66CBC3-2E89-46E5-B2EA-1705F05E6FDD}" type="parTrans" cxnId="{2E9E5A02-0CE8-4569-9B67-05EE24CE2438}">
      <dgm:prSet/>
      <dgm:spPr/>
      <dgm:t>
        <a:bodyPr rtlCol="0"/>
        <a:lstStyle/>
        <a:p>
          <a:pPr rtl="0"/>
          <a:endParaRPr lang="en-GB" dirty="0"/>
        </a:p>
      </dgm:t>
    </dgm:pt>
    <dgm:pt modelId="{C9DED455-19B5-45BA-AEF1-572CA46E947B}" type="sibTrans" cxnId="{2E9E5A02-0CE8-4569-9B67-05EE24CE2438}">
      <dgm:prSet/>
      <dgm:spPr>
        <a:solidFill>
          <a:schemeClr val="tx1"/>
        </a:solidFill>
      </dgm:spPr>
      <dgm:t>
        <a:bodyPr/>
        <a:lstStyle/>
        <a:p>
          <a:pPr rtl="0"/>
          <a:endParaRPr lang="en-GB" dirty="0"/>
        </a:p>
      </dgm:t>
    </dgm:pt>
    <dgm:pt modelId="{C2A3EC29-44BC-4E51-92DE-E27BF9CD4489}">
      <dgm:prSet custT="1"/>
      <dgm:spPr>
        <a:solidFill>
          <a:schemeClr val="tx2"/>
        </a:solidFill>
        <a:ln w="12700" cap="flat" cmpd="sng" algn="ctr">
          <a:noFill/>
          <a:prstDash val="solid"/>
          <a:miter lim="800000"/>
        </a:ln>
        <a:effectLst/>
      </dgm:spPr>
      <dgm:t>
        <a:bodyPr spcFirstLastPara="0" vert="horz" wrap="square" lIns="256199" tIns="330200" rIns="256199" bIns="330200" numCol="1" spcCol="1270" rtlCol="0" anchor="t" anchorCtr="0"/>
        <a:lstStyle/>
        <a:p>
          <a:pPr marL="0" lvl="0" indent="0" algn="l" defTabSz="711200" rtl="0">
            <a:lnSpc>
              <a:spcPct val="90000"/>
            </a:lnSpc>
            <a:spcBef>
              <a:spcPct val="0"/>
            </a:spcBef>
            <a:spcAft>
              <a:spcPct val="35000"/>
            </a:spcAft>
            <a:buNone/>
          </a:pPr>
          <a:r>
            <a:rPr lang="en-GB" sz="1600" b="1" kern="1200" dirty="0">
              <a:solidFill>
                <a:srgbClr val="FFFFFF"/>
              </a:solidFill>
              <a:latin typeface="Calibri"/>
              <a:ea typeface="+mn-ea"/>
              <a:cs typeface="+mn-cs"/>
            </a:rPr>
            <a:t>MQTT</a:t>
          </a:r>
          <a:br>
            <a:rPr lang="en-GB" sz="1600" kern="1200" dirty="0">
              <a:solidFill>
                <a:srgbClr val="FFFFFF"/>
              </a:solidFill>
              <a:latin typeface="Calibri"/>
              <a:ea typeface="+mn-ea"/>
              <a:cs typeface="+mn-cs"/>
            </a:rPr>
          </a:br>
          <a:r>
            <a:rPr lang="en-GB" sz="1600" kern="1200" dirty="0">
              <a:solidFill>
                <a:srgbClr val="FFFFFF"/>
              </a:solidFill>
              <a:latin typeface="Calibri"/>
              <a:ea typeface="+mn-ea"/>
              <a:cs typeface="+mn-cs"/>
            </a:rPr>
            <a:t>-MQTT(Message Queuing Telemetry Transport) is designed to be extremely lightweight both in terms of bandwidth usage and client implementation. </a:t>
          </a:r>
        </a:p>
      </dgm:t>
    </dgm:pt>
    <dgm:pt modelId="{CE6B5045-A42D-4562-9588-2342D0E47934}" type="parTrans" cxnId="{B49FD08F-C9D7-4FC0-B446-ED9717719A00}">
      <dgm:prSet/>
      <dgm:spPr/>
      <dgm:t>
        <a:bodyPr rtlCol="0"/>
        <a:lstStyle/>
        <a:p>
          <a:pPr rtl="0"/>
          <a:endParaRPr lang="en-GB" dirty="0"/>
        </a:p>
      </dgm:t>
    </dgm:pt>
    <dgm:pt modelId="{10254594-A53F-49FE-B0F2-BC233EE7109F}" type="sibTrans" cxnId="{B49FD08F-C9D7-4FC0-B446-ED9717719A00}">
      <dgm:prSet/>
      <dgm:spPr>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t>
        <a:bodyPr rtlCol="0"/>
        <a:lstStyle/>
        <a:p>
          <a:pPr rtl="0"/>
          <a:endParaRPr lang="en-GB" dirty="0"/>
        </a:p>
      </dgm:t>
    </dgm:pt>
    <dgm:pt modelId="{ACE795D8-4182-4DF1-B098-DD0AD48044C8}" type="pres">
      <dgm:prSet presAssocID="{BB0ECF89-2783-4E78-A209-A16EF114A1AA}" presName="Name0" presStyleCnt="0">
        <dgm:presLayoutVars>
          <dgm:animLvl val="lvl"/>
          <dgm:resizeHandles val="exact"/>
        </dgm:presLayoutVars>
      </dgm:prSet>
      <dgm:spPr/>
    </dgm:pt>
    <dgm:pt modelId="{01457034-7B47-4E8B-B040-E0565D08290C}" type="pres">
      <dgm:prSet presAssocID="{FFB58190-E438-47AF-86F3-FAEC2813ACF1}" presName="compositeNode" presStyleCnt="0">
        <dgm:presLayoutVars>
          <dgm:bulletEnabled val="1"/>
        </dgm:presLayoutVars>
      </dgm:prSet>
      <dgm:spPr/>
    </dgm:pt>
    <dgm:pt modelId="{39A872F9-A5B8-4211-9FCD-79722E167124}" type="pres">
      <dgm:prSet presAssocID="{FFB58190-E438-47AF-86F3-FAEC2813ACF1}" presName="bgRect" presStyleLbl="bgAccFollowNode1" presStyleIdx="0" presStyleCnt="3" custLinFactNeighborX="-187"/>
      <dgm:spPr/>
    </dgm:pt>
    <dgm:pt modelId="{8157E768-0524-44F1-8F00-7DF53576D2D6}" type="pres">
      <dgm:prSet presAssocID="{547F8894-C324-4B84-95BE-A51E4FE0FA16}" presName="sibTransNodeCircle" presStyleLbl="alignNode1" presStyleIdx="0" presStyleCnt="6" custScaleX="3502" custScaleY="15708">
        <dgm:presLayoutVars>
          <dgm:chMax val="0"/>
          <dgm:bulletEnabled/>
        </dgm:presLayoutVars>
      </dgm:prSet>
      <dgm:spPr>
        <a:xfrm>
          <a:off x="990361" y="435133"/>
          <a:ext cx="1305401" cy="1305401"/>
        </a:xfrm>
        <a:prstGeom prst="rect">
          <a:avLst/>
        </a:prstGeom>
      </dgm:spPr>
    </dgm:pt>
    <dgm:pt modelId="{676D607A-85D2-4EAF-B264-A9D94B61A4FF}" type="pres">
      <dgm:prSet presAssocID="{FFB58190-E438-47AF-86F3-FAEC2813ACF1}" presName="bottomLine" presStyleLbl="alignNode1" presStyleIdx="1" presStyleCnt="6">
        <dgm:presLayoutVars/>
      </dgm:prSet>
      <dgm:spPr/>
    </dgm:pt>
    <dgm:pt modelId="{3DFCE59B-AEDE-4DE2-8B09-D05F047AB42F}" type="pres">
      <dgm:prSet presAssocID="{FFB58190-E438-47AF-86F3-FAEC2813ACF1}" presName="nodeText" presStyleLbl="bgAccFollowNode1" presStyleIdx="0" presStyleCnt="3">
        <dgm:presLayoutVars>
          <dgm:bulletEnabled val="1"/>
        </dgm:presLayoutVars>
      </dgm:prSet>
      <dgm:spPr/>
    </dgm:pt>
    <dgm:pt modelId="{AD65492C-54BB-4101-B1E0-86F57716A25E}" type="pres">
      <dgm:prSet presAssocID="{547F8894-C324-4B84-95BE-A51E4FE0FA16}" presName="sibTrans" presStyleCnt="0"/>
      <dgm:spPr/>
    </dgm:pt>
    <dgm:pt modelId="{9A0277E3-55B2-4FAA-BDD3-FFC27311B05B}" type="pres">
      <dgm:prSet presAssocID="{CE11A269-561D-4BA1-BC45-87F6759FD368}" presName="compositeNode" presStyleCnt="0">
        <dgm:presLayoutVars>
          <dgm:bulletEnabled val="1"/>
        </dgm:presLayoutVars>
      </dgm:prSet>
      <dgm:spPr/>
    </dgm:pt>
    <dgm:pt modelId="{AE95CEBE-1AD7-41D4-9CEE-5BA77CA8C01E}" type="pres">
      <dgm:prSet presAssocID="{CE11A269-561D-4BA1-BC45-87F6759FD368}" presName="bgRect" presStyleLbl="bgAccFollowNode1" presStyleIdx="1" presStyleCnt="3"/>
      <dgm:spPr>
        <a:xfrm>
          <a:off x="3614737" y="0"/>
          <a:ext cx="3286125" cy="4351338"/>
        </a:xfrm>
        <a:prstGeom prst="rect">
          <a:avLst/>
        </a:prstGeom>
      </dgm:spPr>
    </dgm:pt>
    <dgm:pt modelId="{AFA09309-0DCE-4477-82D3-AAF980A85A37}" type="pres">
      <dgm:prSet presAssocID="{C9DED455-19B5-45BA-AEF1-572CA46E947B}" presName="sibTransNodeCircle" presStyleLbl="alignNode1" presStyleIdx="2" presStyleCnt="6" custFlipVert="1" custFlipHor="1" custScaleX="3502" custScaleY="4348" custLinFactNeighborX="-8221" custLinFactNeighborY="-4287">
        <dgm:presLayoutVars>
          <dgm:chMax val="0"/>
          <dgm:bulletEnabled/>
        </dgm:presLayoutVars>
      </dgm:prSet>
      <dgm:spPr>
        <a:xfrm>
          <a:off x="4605099" y="435133"/>
          <a:ext cx="1305401" cy="1305401"/>
        </a:xfrm>
      </dgm:spPr>
    </dgm:pt>
    <dgm:pt modelId="{70685E0F-5EC9-4D84-80D5-F2F78DC3CFFC}" type="pres">
      <dgm:prSet presAssocID="{CE11A269-561D-4BA1-BC45-87F6759FD368}" presName="bottomLine" presStyleLbl="alignNode1" presStyleIdx="3" presStyleCnt="6">
        <dgm:presLayoutVars/>
      </dgm:prSet>
      <dgm:spPr/>
    </dgm:pt>
    <dgm:pt modelId="{E8E0C55E-232A-41CA-87BA-45B86ABED6ED}" type="pres">
      <dgm:prSet presAssocID="{CE11A269-561D-4BA1-BC45-87F6759FD368}" presName="nodeText" presStyleLbl="bgAccFollowNode1" presStyleIdx="1" presStyleCnt="3">
        <dgm:presLayoutVars>
          <dgm:bulletEnabled val="1"/>
        </dgm:presLayoutVars>
      </dgm:prSet>
      <dgm:spPr/>
    </dgm:pt>
    <dgm:pt modelId="{556726A2-0416-41E0-99B4-BCA6885784BC}" type="pres">
      <dgm:prSet presAssocID="{C9DED455-19B5-45BA-AEF1-572CA46E947B}" presName="sibTrans" presStyleCnt="0"/>
      <dgm:spPr/>
    </dgm:pt>
    <dgm:pt modelId="{F4C4AEC7-6D64-4C71-ADC5-0F5CC45360C6}" type="pres">
      <dgm:prSet presAssocID="{C2A3EC29-44BC-4E51-92DE-E27BF9CD4489}" presName="compositeNode" presStyleCnt="0">
        <dgm:presLayoutVars>
          <dgm:bulletEnabled val="1"/>
        </dgm:presLayoutVars>
      </dgm:prSet>
      <dgm:spPr/>
    </dgm:pt>
    <dgm:pt modelId="{3AF3868F-681F-4EF9-8B83-F3B0F354A4C4}" type="pres">
      <dgm:prSet presAssocID="{C2A3EC29-44BC-4E51-92DE-E27BF9CD4489}" presName="bgRect" presStyleLbl="bgAccFollowNode1" presStyleIdx="2" presStyleCnt="3"/>
      <dgm:spPr>
        <a:xfrm>
          <a:off x="7229475" y="0"/>
          <a:ext cx="3286125" cy="4351338"/>
        </a:xfrm>
        <a:prstGeom prst="rect">
          <a:avLst/>
        </a:prstGeom>
      </dgm:spPr>
    </dgm:pt>
    <dgm:pt modelId="{9718E67E-2C8C-4093-AB5F-E3BEFAAEA31B}" type="pres">
      <dgm:prSet presAssocID="{10254594-A53F-49FE-B0F2-BC233EE7109F}" presName="sibTransNodeCircle" presStyleLbl="alignNode1" presStyleIdx="4" presStyleCnt="6" custFlipVert="1" custFlipHor="0" custScaleX="3502" custScaleY="3502" custLinFactNeighborX="-1945" custLinFactNeighborY="-4287">
        <dgm:presLayoutVars>
          <dgm:chMax val="0"/>
          <dgm:bulletEnabled/>
        </dgm:presLayoutVars>
      </dgm:prSet>
      <dgm:spPr>
        <a:xfrm>
          <a:off x="8219836" y="435133"/>
          <a:ext cx="1305401" cy="1305401"/>
        </a:xfrm>
        <a:prstGeom prst="rect">
          <a:avLst/>
        </a:prstGeom>
      </dgm:spPr>
    </dgm:pt>
    <dgm:pt modelId="{13CAC05E-7817-4F00-94BF-9DC0F20DF1D8}" type="pres">
      <dgm:prSet presAssocID="{C2A3EC29-44BC-4E51-92DE-E27BF9CD4489}" presName="bottomLine" presStyleLbl="alignNode1" presStyleIdx="5" presStyleCnt="6">
        <dgm:presLayoutVars/>
      </dgm:prSet>
      <dgm:spPr/>
    </dgm:pt>
    <dgm:pt modelId="{90A7E684-CAA3-435E-B654-85F1BA7D2B87}" type="pres">
      <dgm:prSet presAssocID="{C2A3EC29-44BC-4E51-92DE-E27BF9CD4489}" presName="nodeText" presStyleLbl="bgAccFollowNode1" presStyleIdx="2" presStyleCnt="3">
        <dgm:presLayoutVars>
          <dgm:bulletEnabled val="1"/>
        </dgm:presLayoutVars>
      </dgm:prSet>
      <dgm:spPr/>
    </dgm:pt>
  </dgm:ptLst>
  <dgm:cxnLst>
    <dgm:cxn modelId="{2E9E5A02-0CE8-4569-9B67-05EE24CE2438}" srcId="{BB0ECF89-2783-4E78-A209-A16EF114A1AA}" destId="{CE11A269-561D-4BA1-BC45-87F6759FD368}" srcOrd="1" destOrd="0" parTransId="{4A66CBC3-2E89-46E5-B2EA-1705F05E6FDD}" sibTransId="{C9DED455-19B5-45BA-AEF1-572CA46E947B}"/>
    <dgm:cxn modelId="{D2545B17-F0FC-41C0-8AE6-C63C564398B0}" type="presOf" srcId="{CE11A269-561D-4BA1-BC45-87F6759FD368}" destId="{AE95CEBE-1AD7-41D4-9CEE-5BA77CA8C01E}" srcOrd="0" destOrd="0" presId="urn:microsoft.com/office/officeart/2016/7/layout/LinProcess3"/>
    <dgm:cxn modelId="{36884E1A-39D3-4491-AFD6-BCBC6392A59E}" type="presOf" srcId="{CE11A269-561D-4BA1-BC45-87F6759FD368}" destId="{E8E0C55E-232A-41CA-87BA-45B86ABED6ED}" srcOrd="1" destOrd="0" presId="urn:microsoft.com/office/officeart/2016/7/layout/LinProcess3"/>
    <dgm:cxn modelId="{2229DB1B-DE4F-469E-8FA0-07BEC5B5F9D6}" type="presOf" srcId="{10254594-A53F-49FE-B0F2-BC233EE7109F}" destId="{9718E67E-2C8C-4093-AB5F-E3BEFAAEA31B}" srcOrd="0" destOrd="0" presId="urn:microsoft.com/office/officeart/2016/7/layout/LinProcess3"/>
    <dgm:cxn modelId="{0C140A6B-1B4A-4553-81FF-5591D9487696}" type="presOf" srcId="{C2A3EC29-44BC-4E51-92DE-E27BF9CD4489}" destId="{3AF3868F-681F-4EF9-8B83-F3B0F354A4C4}" srcOrd="0" destOrd="0" presId="urn:microsoft.com/office/officeart/2016/7/layout/LinProcess3"/>
    <dgm:cxn modelId="{025C3756-4F90-42F6-B826-13223FDABED0}" type="presOf" srcId="{547F8894-C324-4B84-95BE-A51E4FE0FA16}" destId="{8157E768-0524-44F1-8F00-7DF53576D2D6}" srcOrd="0" destOrd="0" presId="urn:microsoft.com/office/officeart/2016/7/layout/LinProcess3"/>
    <dgm:cxn modelId="{8FB3CA80-DD34-4F68-B118-EAE12645570F}" srcId="{BB0ECF89-2783-4E78-A209-A16EF114A1AA}" destId="{FFB58190-E438-47AF-86F3-FAEC2813ACF1}" srcOrd="0" destOrd="0" parTransId="{A40BCF22-228C-4E6F-A028-7BBDE5C12E5A}" sibTransId="{547F8894-C324-4B84-95BE-A51E4FE0FA16}"/>
    <dgm:cxn modelId="{B49FD08F-C9D7-4FC0-B446-ED9717719A00}" srcId="{BB0ECF89-2783-4E78-A209-A16EF114A1AA}" destId="{C2A3EC29-44BC-4E51-92DE-E27BF9CD4489}" srcOrd="2" destOrd="0" parTransId="{CE6B5045-A42D-4562-9588-2342D0E47934}" sibTransId="{10254594-A53F-49FE-B0F2-BC233EE7109F}"/>
    <dgm:cxn modelId="{469CA3A1-2EC0-458C-B828-8121A2D4750A}" type="presOf" srcId="{BB0ECF89-2783-4E78-A209-A16EF114A1AA}" destId="{ACE795D8-4182-4DF1-B098-DD0AD48044C8}" srcOrd="0" destOrd="0" presId="urn:microsoft.com/office/officeart/2016/7/layout/LinProcess3"/>
    <dgm:cxn modelId="{C8A4ECC3-0B95-497F-8D57-1124DFD9842C}" type="presOf" srcId="{C2A3EC29-44BC-4E51-92DE-E27BF9CD4489}" destId="{90A7E684-CAA3-435E-B654-85F1BA7D2B87}" srcOrd="1" destOrd="0" presId="urn:microsoft.com/office/officeart/2016/7/layout/LinProcess3"/>
    <dgm:cxn modelId="{13094BE1-4993-450F-9A18-CF0E62019EF7}" type="presOf" srcId="{FFB58190-E438-47AF-86F3-FAEC2813ACF1}" destId="{39A872F9-A5B8-4211-9FCD-79722E167124}" srcOrd="0" destOrd="0" presId="urn:microsoft.com/office/officeart/2016/7/layout/LinProcess3"/>
    <dgm:cxn modelId="{8A5C10EE-3A87-49FC-9945-C0118988EF8D}" type="presOf" srcId="{C9DED455-19B5-45BA-AEF1-572CA46E947B}" destId="{AFA09309-0DCE-4477-82D3-AAF980A85A37}" srcOrd="0" destOrd="0" presId="urn:microsoft.com/office/officeart/2016/7/layout/LinProcess3"/>
    <dgm:cxn modelId="{D24113F0-9FAB-4A26-B7AA-17C02606FE1D}" type="presOf" srcId="{FFB58190-E438-47AF-86F3-FAEC2813ACF1}" destId="{3DFCE59B-AEDE-4DE2-8B09-D05F047AB42F}" srcOrd="1" destOrd="0" presId="urn:microsoft.com/office/officeart/2016/7/layout/LinProcess3"/>
    <dgm:cxn modelId="{76481A27-79A5-48E5-BA29-16004448893C}" type="presParOf" srcId="{ACE795D8-4182-4DF1-B098-DD0AD48044C8}" destId="{01457034-7B47-4E8B-B040-E0565D08290C}" srcOrd="0" destOrd="0" presId="urn:microsoft.com/office/officeart/2016/7/layout/LinProcess3"/>
    <dgm:cxn modelId="{86BEA9C1-5DDA-42C2-937D-A7130110FF74}" type="presParOf" srcId="{01457034-7B47-4E8B-B040-E0565D08290C}" destId="{39A872F9-A5B8-4211-9FCD-79722E167124}" srcOrd="0" destOrd="0" presId="urn:microsoft.com/office/officeart/2016/7/layout/LinProcess3"/>
    <dgm:cxn modelId="{7DC5639C-5BDF-4F6D-A737-811AEFB16C12}" type="presParOf" srcId="{01457034-7B47-4E8B-B040-E0565D08290C}" destId="{8157E768-0524-44F1-8F00-7DF53576D2D6}" srcOrd="1" destOrd="0" presId="urn:microsoft.com/office/officeart/2016/7/layout/LinProcess3"/>
    <dgm:cxn modelId="{9BE7A881-53AA-46A4-B4D9-5952CA3DDD83}" type="presParOf" srcId="{01457034-7B47-4E8B-B040-E0565D08290C}" destId="{676D607A-85D2-4EAF-B264-A9D94B61A4FF}" srcOrd="2" destOrd="0" presId="urn:microsoft.com/office/officeart/2016/7/layout/LinProcess3"/>
    <dgm:cxn modelId="{3CDC6E8B-95DF-4144-9A43-8F1F01D9B5EA}" type="presParOf" srcId="{01457034-7B47-4E8B-B040-E0565D08290C}" destId="{3DFCE59B-AEDE-4DE2-8B09-D05F047AB42F}" srcOrd="3" destOrd="0" presId="urn:microsoft.com/office/officeart/2016/7/layout/LinProcess3"/>
    <dgm:cxn modelId="{050D0D46-967C-45EE-A82A-AD10E04485C1}" type="presParOf" srcId="{ACE795D8-4182-4DF1-B098-DD0AD48044C8}" destId="{AD65492C-54BB-4101-B1E0-86F57716A25E}" srcOrd="1" destOrd="0" presId="urn:microsoft.com/office/officeart/2016/7/layout/LinProcess3"/>
    <dgm:cxn modelId="{C5C3B0C4-18DC-4916-ABAF-6A287C00BAA9}" type="presParOf" srcId="{ACE795D8-4182-4DF1-B098-DD0AD48044C8}" destId="{9A0277E3-55B2-4FAA-BDD3-FFC27311B05B}" srcOrd="2" destOrd="0" presId="urn:microsoft.com/office/officeart/2016/7/layout/LinProcess3"/>
    <dgm:cxn modelId="{FA398688-6697-4B8B-A789-FF729FC50671}" type="presParOf" srcId="{9A0277E3-55B2-4FAA-BDD3-FFC27311B05B}" destId="{AE95CEBE-1AD7-41D4-9CEE-5BA77CA8C01E}" srcOrd="0" destOrd="0" presId="urn:microsoft.com/office/officeart/2016/7/layout/LinProcess3"/>
    <dgm:cxn modelId="{67EE8417-B6AF-43C7-AA8C-3B90AB6AE1FE}" type="presParOf" srcId="{9A0277E3-55B2-4FAA-BDD3-FFC27311B05B}" destId="{AFA09309-0DCE-4477-82D3-AAF980A85A37}" srcOrd="1" destOrd="0" presId="urn:microsoft.com/office/officeart/2016/7/layout/LinProcess3"/>
    <dgm:cxn modelId="{5CE89ECF-B3C2-499B-BBDE-19538F56547F}" type="presParOf" srcId="{9A0277E3-55B2-4FAA-BDD3-FFC27311B05B}" destId="{70685E0F-5EC9-4D84-80D5-F2F78DC3CFFC}" srcOrd="2" destOrd="0" presId="urn:microsoft.com/office/officeart/2016/7/layout/LinProcess3"/>
    <dgm:cxn modelId="{D77D220A-12C7-4499-9660-B4B666A87129}" type="presParOf" srcId="{9A0277E3-55B2-4FAA-BDD3-FFC27311B05B}" destId="{E8E0C55E-232A-41CA-87BA-45B86ABED6ED}" srcOrd="3" destOrd="0" presId="urn:microsoft.com/office/officeart/2016/7/layout/LinProcess3"/>
    <dgm:cxn modelId="{F3EEB326-7683-4D4B-BE0D-D7CC3EE67CB3}" type="presParOf" srcId="{ACE795D8-4182-4DF1-B098-DD0AD48044C8}" destId="{556726A2-0416-41E0-99B4-BCA6885784BC}" srcOrd="3" destOrd="0" presId="urn:microsoft.com/office/officeart/2016/7/layout/LinProcess3"/>
    <dgm:cxn modelId="{1694C3CA-CE7E-4D7A-B769-94D0C473B6D9}" type="presParOf" srcId="{ACE795D8-4182-4DF1-B098-DD0AD48044C8}" destId="{F4C4AEC7-6D64-4C71-ADC5-0F5CC45360C6}" srcOrd="4" destOrd="0" presId="urn:microsoft.com/office/officeart/2016/7/layout/LinProcess3"/>
    <dgm:cxn modelId="{01DA811B-E595-4B26-916D-A5B9420780B1}" type="presParOf" srcId="{F4C4AEC7-6D64-4C71-ADC5-0F5CC45360C6}" destId="{3AF3868F-681F-4EF9-8B83-F3B0F354A4C4}" srcOrd="0" destOrd="0" presId="urn:microsoft.com/office/officeart/2016/7/layout/LinProcess3"/>
    <dgm:cxn modelId="{65C50157-4E89-44E0-ADFE-2CDCD946EC0C}" type="presParOf" srcId="{F4C4AEC7-6D64-4C71-ADC5-0F5CC45360C6}" destId="{9718E67E-2C8C-4093-AB5F-E3BEFAAEA31B}" srcOrd="1" destOrd="0" presId="urn:microsoft.com/office/officeart/2016/7/layout/LinProcess3"/>
    <dgm:cxn modelId="{03312845-43B9-45C8-960A-3A8CADC652DB}" type="presParOf" srcId="{F4C4AEC7-6D64-4C71-ADC5-0F5CC45360C6}" destId="{13CAC05E-7817-4F00-94BF-9DC0F20DF1D8}" srcOrd="2" destOrd="0" presId="urn:microsoft.com/office/officeart/2016/7/layout/LinProcess3"/>
    <dgm:cxn modelId="{D7A81CCE-E542-4242-8542-3C297BE2D6C9}" type="presParOf" srcId="{F4C4AEC7-6D64-4C71-ADC5-0F5CC45360C6}" destId="{90A7E684-CAA3-435E-B654-85F1BA7D2B87}" srcOrd="3" destOrd="0" presId="urn:microsoft.com/office/officeart/2016/7/layout/Lin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2F69A6-0780-49EA-A6A8-3965C12489B2}" type="doc">
      <dgm:prSet loTypeId="urn:microsoft.com/office/officeart/2018/2/layout/IconVerticalSolidList" loCatId="icon" qsTypeId="urn:microsoft.com/office/officeart/2005/8/quickstyle/simple1" qsCatId="simple" csTypeId="urn:microsoft.com/office/officeart/2005/8/colors/accent0_1" csCatId="mainScheme" phldr="1"/>
      <dgm:spPr/>
      <dgm:t>
        <a:bodyPr rtlCol="0"/>
        <a:lstStyle/>
        <a:p>
          <a:pPr rtl="0"/>
          <a:endParaRPr lang="en-US"/>
        </a:p>
      </dgm:t>
    </dgm:pt>
    <dgm:pt modelId="{30269CC2-8DD6-4402-82F3-18F164A732FF}">
      <dgm:prSet/>
      <dgm:spPr/>
      <dgm:t>
        <a:bodyPr rtlCol="0"/>
        <a:lstStyle/>
        <a:p>
          <a:pPr>
            <a:lnSpc>
              <a:spcPct val="100000"/>
            </a:lnSpc>
          </a:pPr>
          <a:r>
            <a:rPr lang="en-GB" noProof="0" dirty="0">
              <a:solidFill>
                <a:schemeClr val="bg1"/>
              </a:solidFill>
            </a:rPr>
            <a:t>Connect to Wi-Fi</a:t>
          </a:r>
        </a:p>
      </dgm:t>
    </dgm:pt>
    <dgm:pt modelId="{2DAA2C1D-14F6-4BCA-B047-0B53ADD46F43}" type="sibTrans" cxnId="{813C1BD6-5A4A-43F4-8BF7-0645F72381AA}">
      <dgm:prSet/>
      <dgm:spPr/>
      <dgm:t>
        <a:bodyPr rtlCol="0"/>
        <a:lstStyle/>
        <a:p>
          <a:pPr rtl="0"/>
          <a:endParaRPr lang="en-GB" noProof="0" dirty="0"/>
        </a:p>
      </dgm:t>
    </dgm:pt>
    <dgm:pt modelId="{4A8A3B18-A3DE-475C-8BF1-FB4B84DDA43B}" type="parTrans" cxnId="{813C1BD6-5A4A-43F4-8BF7-0645F72381AA}">
      <dgm:prSet/>
      <dgm:spPr/>
      <dgm:t>
        <a:bodyPr rtlCol="0"/>
        <a:lstStyle/>
        <a:p>
          <a:pPr rtl="0"/>
          <a:endParaRPr lang="en-GB" noProof="0" dirty="0"/>
        </a:p>
      </dgm:t>
    </dgm:pt>
    <dgm:pt modelId="{2B87ECDB-C552-42F6-9B52-6548A18B206B}">
      <dgm:prSet/>
      <dgm:spPr/>
      <dgm:t>
        <a:bodyPr rtlCol="0"/>
        <a:lstStyle/>
        <a:p>
          <a:pPr>
            <a:lnSpc>
              <a:spcPct val="100000"/>
            </a:lnSpc>
          </a:pPr>
          <a:r>
            <a:rPr lang="en-GB" noProof="0" dirty="0">
              <a:solidFill>
                <a:schemeClr val="bg1"/>
              </a:solidFill>
            </a:rPr>
            <a:t>Sensors and Data Fetching</a:t>
          </a:r>
        </a:p>
      </dgm:t>
    </dgm:pt>
    <dgm:pt modelId="{80EFB54F-1AC8-40D9-981D-4C85160A5799}" type="sibTrans" cxnId="{91AFA996-5E3B-401C-B400-E70DBD4A4AB6}">
      <dgm:prSet/>
      <dgm:spPr/>
      <dgm:t>
        <a:bodyPr rtlCol="0"/>
        <a:lstStyle/>
        <a:p>
          <a:pPr rtl="0"/>
          <a:endParaRPr lang="en-GB" noProof="0" dirty="0"/>
        </a:p>
      </dgm:t>
    </dgm:pt>
    <dgm:pt modelId="{0DC560D9-C62C-41BA-8D68-CB78933BFF0C}" type="parTrans" cxnId="{91AFA996-5E3B-401C-B400-E70DBD4A4AB6}">
      <dgm:prSet/>
      <dgm:spPr/>
      <dgm:t>
        <a:bodyPr rtlCol="0"/>
        <a:lstStyle/>
        <a:p>
          <a:pPr rtl="0"/>
          <a:endParaRPr lang="en-GB" noProof="0" dirty="0"/>
        </a:p>
      </dgm:t>
    </dgm:pt>
    <dgm:pt modelId="{419DF63C-9792-4EF5-9125-1EEF4D07C33F}">
      <dgm:prSet/>
      <dgm:spPr/>
      <dgm:t>
        <a:bodyPr rtlCol="0"/>
        <a:lstStyle/>
        <a:p>
          <a:pPr>
            <a:lnSpc>
              <a:spcPct val="100000"/>
            </a:lnSpc>
          </a:pPr>
          <a:r>
            <a:rPr lang="en-GB" noProof="0" dirty="0">
              <a:solidFill>
                <a:schemeClr val="bg1"/>
              </a:solidFill>
            </a:rPr>
            <a:t>Start Webserver</a:t>
          </a:r>
        </a:p>
      </dgm:t>
    </dgm:pt>
    <dgm:pt modelId="{EA8773AB-BB82-4BF6-944E-80CD2086CE93}" type="sibTrans" cxnId="{024B121E-3EE5-42C9-97D1-5E0D27C29DC3}">
      <dgm:prSet/>
      <dgm:spPr/>
      <dgm:t>
        <a:bodyPr rtlCol="0"/>
        <a:lstStyle/>
        <a:p>
          <a:pPr rtl="0"/>
          <a:endParaRPr lang="en-GB" noProof="0" dirty="0"/>
        </a:p>
      </dgm:t>
    </dgm:pt>
    <dgm:pt modelId="{2B95E8EF-82FE-4F54-970D-D55C9AD8EC00}" type="parTrans" cxnId="{024B121E-3EE5-42C9-97D1-5E0D27C29DC3}">
      <dgm:prSet/>
      <dgm:spPr/>
      <dgm:t>
        <a:bodyPr rtlCol="0"/>
        <a:lstStyle/>
        <a:p>
          <a:pPr rtl="0"/>
          <a:endParaRPr lang="en-GB" noProof="0" dirty="0"/>
        </a:p>
      </dgm:t>
    </dgm:pt>
    <dgm:pt modelId="{1B1E513F-BEB7-483A-8F12-A8210AEF19E9}">
      <dgm:prSet/>
      <dgm:spPr/>
      <dgm:t>
        <a:bodyPr rtlCol="0"/>
        <a:lstStyle/>
        <a:p>
          <a:pPr>
            <a:lnSpc>
              <a:spcPct val="100000"/>
            </a:lnSpc>
          </a:pPr>
          <a:r>
            <a:rPr lang="en-GB" noProof="0" dirty="0">
              <a:solidFill>
                <a:schemeClr val="bg1"/>
              </a:solidFill>
            </a:rPr>
            <a:t>Basic HTML and CSS</a:t>
          </a:r>
        </a:p>
      </dgm:t>
    </dgm:pt>
    <dgm:pt modelId="{D99C9B80-BA48-46B7-8B67-372E2AFD9E86}" type="sibTrans" cxnId="{9CD469EF-CF99-411A-B4B3-5B2C59AF684C}">
      <dgm:prSet/>
      <dgm:spPr/>
      <dgm:t>
        <a:bodyPr rtlCol="0"/>
        <a:lstStyle/>
        <a:p>
          <a:pPr rtl="0"/>
          <a:endParaRPr lang="en-GB" noProof="0" dirty="0"/>
        </a:p>
      </dgm:t>
    </dgm:pt>
    <dgm:pt modelId="{DB284026-3063-4705-B72C-ADE04469BE6D}" type="parTrans" cxnId="{9CD469EF-CF99-411A-B4B3-5B2C59AF684C}">
      <dgm:prSet/>
      <dgm:spPr/>
      <dgm:t>
        <a:bodyPr rtlCol="0"/>
        <a:lstStyle/>
        <a:p>
          <a:pPr rtl="0"/>
          <a:endParaRPr lang="en-GB" noProof="0" dirty="0"/>
        </a:p>
      </dgm:t>
    </dgm:pt>
    <dgm:pt modelId="{F4A56385-3827-49D1-B533-953BA75136B7}">
      <dgm:prSet/>
      <dgm:spPr/>
      <dgm:t>
        <a:bodyPr rtlCol="0"/>
        <a:lstStyle/>
        <a:p>
          <a:pPr>
            <a:lnSpc>
              <a:spcPct val="100000"/>
            </a:lnSpc>
          </a:pPr>
          <a:r>
            <a:rPr lang="en-GB" noProof="0" dirty="0">
              <a:solidFill>
                <a:schemeClr val="bg1"/>
              </a:solidFill>
            </a:rPr>
            <a:t>Handle</a:t>
          </a:r>
          <a:r>
            <a:rPr lang="en-GB" baseline="0" noProof="0" dirty="0">
              <a:solidFill>
                <a:schemeClr val="bg1"/>
              </a:solidFill>
            </a:rPr>
            <a:t> Requests</a:t>
          </a:r>
          <a:endParaRPr lang="en-GB" noProof="0" dirty="0">
            <a:solidFill>
              <a:schemeClr val="bg1"/>
            </a:solidFill>
          </a:endParaRPr>
        </a:p>
      </dgm:t>
    </dgm:pt>
    <dgm:pt modelId="{E866DA3A-B427-429E-A892-4812B432ED79}" type="sibTrans" cxnId="{D572C096-14C8-487B-ABCD-6354192B80BA}">
      <dgm:prSet/>
      <dgm:spPr/>
      <dgm:t>
        <a:bodyPr rtlCol="0"/>
        <a:lstStyle/>
        <a:p>
          <a:pPr rtl="0"/>
          <a:endParaRPr lang="en-GB" noProof="0" dirty="0"/>
        </a:p>
      </dgm:t>
    </dgm:pt>
    <dgm:pt modelId="{5C6E35C5-B6D6-42D4-9FF2-63E3FEC1E45F}" type="parTrans" cxnId="{D572C096-14C8-487B-ABCD-6354192B80BA}">
      <dgm:prSet/>
      <dgm:spPr/>
      <dgm:t>
        <a:bodyPr rtlCol="0"/>
        <a:lstStyle/>
        <a:p>
          <a:pPr rtl="0"/>
          <a:endParaRPr lang="en-GB" noProof="0" dirty="0"/>
        </a:p>
      </dgm:t>
    </dgm:pt>
    <dgm:pt modelId="{05261D3E-3CC7-4C85-9E09-D67FC777908C}" type="pres">
      <dgm:prSet presAssocID="{162F69A6-0780-49EA-A6A8-3965C12489B2}" presName="root" presStyleCnt="0">
        <dgm:presLayoutVars>
          <dgm:dir/>
          <dgm:resizeHandles val="exact"/>
        </dgm:presLayoutVars>
      </dgm:prSet>
      <dgm:spPr/>
    </dgm:pt>
    <dgm:pt modelId="{25C6FE9B-AED9-47D9-807F-76A517615FC1}" type="pres">
      <dgm:prSet presAssocID="{30269CC2-8DD6-4402-82F3-18F164A732FF}" presName="compNode" presStyleCnt="0"/>
      <dgm:spPr/>
    </dgm:pt>
    <dgm:pt modelId="{99698387-9DF3-4127-A7DE-FCE3F05A3470}" type="pres">
      <dgm:prSet presAssocID="{30269CC2-8DD6-4402-82F3-18F164A732FF}" presName="bgRect" presStyleLbl="bgShp" presStyleIdx="0" presStyleCnt="5"/>
      <dgm:spPr>
        <a:prstGeom prst="rect">
          <a:avLst/>
        </a:prstGeom>
        <a:solidFill>
          <a:schemeClr val="tx2"/>
        </a:solidFill>
      </dgm:spPr>
    </dgm:pt>
    <dgm:pt modelId="{B52E1101-E263-4511-8D8F-5A215C912C41}" type="pres">
      <dgm:prSet presAssocID="{30269CC2-8DD6-4402-82F3-18F164A732F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rocessor with solid fill"/>
        </a:ext>
      </dgm:extLst>
    </dgm:pt>
    <dgm:pt modelId="{18EFBBAF-BD9F-4030-B8A4-57CCEB350921}" type="pres">
      <dgm:prSet presAssocID="{30269CC2-8DD6-4402-82F3-18F164A732FF}" presName="spaceRect" presStyleCnt="0"/>
      <dgm:spPr/>
    </dgm:pt>
    <dgm:pt modelId="{F113ED77-1650-49A8-987A-A13C2A50CEA5}" type="pres">
      <dgm:prSet presAssocID="{30269CC2-8DD6-4402-82F3-18F164A732FF}" presName="parTx" presStyleLbl="revTx" presStyleIdx="0" presStyleCnt="5">
        <dgm:presLayoutVars>
          <dgm:chMax val="0"/>
          <dgm:chPref val="0"/>
        </dgm:presLayoutVars>
      </dgm:prSet>
      <dgm:spPr/>
    </dgm:pt>
    <dgm:pt modelId="{084D1940-F8FF-48AA-A0CA-908C7645C951}" type="pres">
      <dgm:prSet presAssocID="{2DAA2C1D-14F6-4BCA-B047-0B53ADD46F43}" presName="sibTrans" presStyleCnt="0"/>
      <dgm:spPr/>
    </dgm:pt>
    <dgm:pt modelId="{922A9066-91F0-4494-8CF8-01F8511B6028}" type="pres">
      <dgm:prSet presAssocID="{2B87ECDB-C552-42F6-9B52-6548A18B206B}" presName="compNode" presStyleCnt="0"/>
      <dgm:spPr/>
    </dgm:pt>
    <dgm:pt modelId="{FA3369E0-5B38-4FDD-A9F5-22B9810A03F7}" type="pres">
      <dgm:prSet presAssocID="{2B87ECDB-C552-42F6-9B52-6548A18B206B}" presName="bgRect" presStyleLbl="bgShp" presStyleIdx="1" presStyleCnt="5"/>
      <dgm:spPr>
        <a:xfrm>
          <a:off x="0" y="1249576"/>
          <a:ext cx="6791323" cy="995920"/>
        </a:xfrm>
        <a:prstGeom prst="rect">
          <a:avLst/>
        </a:prstGeom>
        <a:solidFill>
          <a:schemeClr val="tx2"/>
        </a:solidFill>
      </dgm:spPr>
    </dgm:pt>
    <dgm:pt modelId="{FADE9C4E-BFE3-4374-BE2C-676ED238ACF2}" type="pres">
      <dgm:prSet presAssocID="{2B87ECDB-C552-42F6-9B52-6548A18B206B}" presName="iconRect" presStyleLbl="nod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Ethernet with solid fill"/>
        </a:ext>
      </dgm:extLst>
    </dgm:pt>
    <dgm:pt modelId="{7000F0F2-143F-4CAE-BA6B-E9C401E5437A}" type="pres">
      <dgm:prSet presAssocID="{2B87ECDB-C552-42F6-9B52-6548A18B206B}" presName="spaceRect" presStyleCnt="0"/>
      <dgm:spPr/>
    </dgm:pt>
    <dgm:pt modelId="{AC018808-9CEA-4C61-8875-3E922AA167D7}" type="pres">
      <dgm:prSet presAssocID="{2B87ECDB-C552-42F6-9B52-6548A18B206B}" presName="parTx" presStyleLbl="revTx" presStyleIdx="1" presStyleCnt="5">
        <dgm:presLayoutVars>
          <dgm:chMax val="0"/>
          <dgm:chPref val="0"/>
        </dgm:presLayoutVars>
      </dgm:prSet>
      <dgm:spPr/>
    </dgm:pt>
    <dgm:pt modelId="{CE46B6BD-FA9F-4C65-8E75-D8C24C71657B}" type="pres">
      <dgm:prSet presAssocID="{80EFB54F-1AC8-40D9-981D-4C85160A5799}" presName="sibTrans" presStyleCnt="0"/>
      <dgm:spPr/>
    </dgm:pt>
    <dgm:pt modelId="{390D1410-0CB7-44D5-903C-C35615DE86E1}" type="pres">
      <dgm:prSet presAssocID="{1B1E513F-BEB7-483A-8F12-A8210AEF19E9}" presName="compNode" presStyleCnt="0"/>
      <dgm:spPr/>
    </dgm:pt>
    <dgm:pt modelId="{C2FCE80A-DCA0-4D7F-8F72-19CB2337E588}" type="pres">
      <dgm:prSet presAssocID="{1B1E513F-BEB7-483A-8F12-A8210AEF19E9}" presName="bgRect" presStyleLbl="bgShp" presStyleIdx="2" presStyleCnt="5"/>
      <dgm:spPr>
        <a:xfrm>
          <a:off x="0" y="3739377"/>
          <a:ext cx="6791323" cy="995920"/>
        </a:xfrm>
        <a:prstGeom prst="rect">
          <a:avLst/>
        </a:prstGeom>
        <a:solidFill>
          <a:schemeClr val="tx2"/>
        </a:solidFill>
      </dgm:spPr>
    </dgm:pt>
    <dgm:pt modelId="{1B0B9210-632F-4BB5-B140-1FA20D3CF123}" type="pres">
      <dgm:prSet presAssocID="{1B1E513F-BEB7-483A-8F12-A8210AEF19E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Ui Ux with solid fill"/>
        </a:ext>
      </dgm:extLst>
    </dgm:pt>
    <dgm:pt modelId="{E9B85894-F3EF-4216-9DD4-962DCF409217}" type="pres">
      <dgm:prSet presAssocID="{1B1E513F-BEB7-483A-8F12-A8210AEF19E9}" presName="spaceRect" presStyleCnt="0"/>
      <dgm:spPr/>
    </dgm:pt>
    <dgm:pt modelId="{3CBA7321-E2AC-48FD-B351-CE3C9A4CE924}" type="pres">
      <dgm:prSet presAssocID="{1B1E513F-BEB7-483A-8F12-A8210AEF19E9}" presName="parTx" presStyleLbl="revTx" presStyleIdx="2" presStyleCnt="5">
        <dgm:presLayoutVars>
          <dgm:chMax val="0"/>
          <dgm:chPref val="0"/>
        </dgm:presLayoutVars>
      </dgm:prSet>
      <dgm:spPr/>
    </dgm:pt>
    <dgm:pt modelId="{5E25F319-BBA5-4820-B2FC-14F8D56BF078}" type="pres">
      <dgm:prSet presAssocID="{D99C9B80-BA48-46B7-8B67-372E2AFD9E86}" presName="sibTrans" presStyleCnt="0"/>
      <dgm:spPr/>
    </dgm:pt>
    <dgm:pt modelId="{B12160B6-4EC8-4B4D-A1B2-F7F5F2795F75}" type="pres">
      <dgm:prSet presAssocID="{419DF63C-9792-4EF5-9125-1EEF4D07C33F}" presName="compNode" presStyleCnt="0"/>
      <dgm:spPr/>
    </dgm:pt>
    <dgm:pt modelId="{DB8ABDAA-976A-4A84-A3C3-277080E19DCA}" type="pres">
      <dgm:prSet presAssocID="{419DF63C-9792-4EF5-9125-1EEF4D07C33F}" presName="bgRect" presStyleLbl="bgShp" presStyleIdx="3" presStyleCnt="5"/>
      <dgm:spPr>
        <a:xfrm>
          <a:off x="0" y="2494477"/>
          <a:ext cx="6791323" cy="995920"/>
        </a:xfrm>
        <a:prstGeom prst="rect">
          <a:avLst/>
        </a:prstGeom>
        <a:solidFill>
          <a:schemeClr val="tx2"/>
        </a:solidFill>
      </dgm:spPr>
    </dgm:pt>
    <dgm:pt modelId="{D335376E-740A-4A47-BC5B-3381DE731CE0}" type="pres">
      <dgm:prSet presAssocID="{419DF63C-9792-4EF5-9125-1EEF4D07C33F}"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Wireless with solid fill"/>
        </a:ext>
      </dgm:extLst>
    </dgm:pt>
    <dgm:pt modelId="{BCDE90E0-E45B-4C79-BE60-A53702208276}" type="pres">
      <dgm:prSet presAssocID="{419DF63C-9792-4EF5-9125-1EEF4D07C33F}" presName="spaceRect" presStyleCnt="0"/>
      <dgm:spPr/>
    </dgm:pt>
    <dgm:pt modelId="{8409F791-340A-4625-9294-3E680D66DB63}" type="pres">
      <dgm:prSet presAssocID="{419DF63C-9792-4EF5-9125-1EEF4D07C33F}" presName="parTx" presStyleLbl="revTx" presStyleIdx="3" presStyleCnt="5">
        <dgm:presLayoutVars>
          <dgm:chMax val="0"/>
          <dgm:chPref val="0"/>
        </dgm:presLayoutVars>
      </dgm:prSet>
      <dgm:spPr/>
    </dgm:pt>
    <dgm:pt modelId="{D4892BA4-47FA-499C-84FA-3A971E9AFE41}" type="pres">
      <dgm:prSet presAssocID="{EA8773AB-BB82-4BF6-944E-80CD2086CE93}" presName="sibTrans" presStyleCnt="0"/>
      <dgm:spPr/>
    </dgm:pt>
    <dgm:pt modelId="{A9DA4473-F7AD-4D05-A89E-4317469C9CAC}" type="pres">
      <dgm:prSet presAssocID="{F4A56385-3827-49D1-B533-953BA75136B7}" presName="compNode" presStyleCnt="0"/>
      <dgm:spPr/>
    </dgm:pt>
    <dgm:pt modelId="{343A76ED-9DD6-4B0A-830E-16ED952B3D06}" type="pres">
      <dgm:prSet presAssocID="{F4A56385-3827-49D1-B533-953BA75136B7}" presName="bgRect" presStyleLbl="bgShp" presStyleIdx="4" presStyleCnt="5"/>
      <dgm:spPr>
        <a:xfrm>
          <a:off x="0" y="4984278"/>
          <a:ext cx="6791323" cy="995920"/>
        </a:xfrm>
        <a:prstGeom prst="rect">
          <a:avLst/>
        </a:prstGeom>
        <a:solidFill>
          <a:schemeClr val="tx2"/>
        </a:solidFill>
        <a:ln>
          <a:noFill/>
        </a:ln>
      </dgm:spPr>
    </dgm:pt>
    <dgm:pt modelId="{C21BED67-1F13-4312-815B-B5C34DAA27F9}" type="pres">
      <dgm:prSet presAssocID="{F4A56385-3827-49D1-B533-953BA75136B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Programmer female with solid fill"/>
        </a:ext>
      </dgm:extLst>
    </dgm:pt>
    <dgm:pt modelId="{8854FDB6-04FD-4DEB-9AB6-DDB7E532A353}" type="pres">
      <dgm:prSet presAssocID="{F4A56385-3827-49D1-B533-953BA75136B7}" presName="spaceRect" presStyleCnt="0"/>
      <dgm:spPr/>
    </dgm:pt>
    <dgm:pt modelId="{9260EF14-C09B-4543-88B7-7F45704CBA36}" type="pres">
      <dgm:prSet presAssocID="{F4A56385-3827-49D1-B533-953BA75136B7}" presName="parTx" presStyleLbl="revTx" presStyleIdx="4" presStyleCnt="5">
        <dgm:presLayoutVars>
          <dgm:chMax val="0"/>
          <dgm:chPref val="0"/>
        </dgm:presLayoutVars>
      </dgm:prSet>
      <dgm:spPr/>
    </dgm:pt>
  </dgm:ptLst>
  <dgm:cxnLst>
    <dgm:cxn modelId="{AA11B006-4319-407D-9C27-68126C093649}" type="presOf" srcId="{30269CC2-8DD6-4402-82F3-18F164A732FF}" destId="{F113ED77-1650-49A8-987A-A13C2A50CEA5}" srcOrd="0" destOrd="0" presId="urn:microsoft.com/office/officeart/2018/2/layout/IconVerticalSolidList"/>
    <dgm:cxn modelId="{CB43DF07-3280-46FD-83D0-8559CC114E15}" type="presOf" srcId="{1B1E513F-BEB7-483A-8F12-A8210AEF19E9}" destId="{3CBA7321-E2AC-48FD-B351-CE3C9A4CE924}" srcOrd="0" destOrd="0" presId="urn:microsoft.com/office/officeart/2018/2/layout/IconVerticalSolidList"/>
    <dgm:cxn modelId="{024B121E-3EE5-42C9-97D1-5E0D27C29DC3}" srcId="{162F69A6-0780-49EA-A6A8-3965C12489B2}" destId="{419DF63C-9792-4EF5-9125-1EEF4D07C33F}" srcOrd="3" destOrd="0" parTransId="{2B95E8EF-82FE-4F54-970D-D55C9AD8EC00}" sibTransId="{EA8773AB-BB82-4BF6-944E-80CD2086CE93}"/>
    <dgm:cxn modelId="{34306377-4F7A-41CF-AC41-D6BE34B6DA66}" type="presOf" srcId="{F4A56385-3827-49D1-B533-953BA75136B7}" destId="{9260EF14-C09B-4543-88B7-7F45704CBA36}" srcOrd="0" destOrd="0" presId="urn:microsoft.com/office/officeart/2018/2/layout/IconVerticalSolidList"/>
    <dgm:cxn modelId="{91AFA996-5E3B-401C-B400-E70DBD4A4AB6}" srcId="{162F69A6-0780-49EA-A6A8-3965C12489B2}" destId="{2B87ECDB-C552-42F6-9B52-6548A18B206B}" srcOrd="1" destOrd="0" parTransId="{0DC560D9-C62C-41BA-8D68-CB78933BFF0C}" sibTransId="{80EFB54F-1AC8-40D9-981D-4C85160A5799}"/>
    <dgm:cxn modelId="{D572C096-14C8-487B-ABCD-6354192B80BA}" srcId="{162F69A6-0780-49EA-A6A8-3965C12489B2}" destId="{F4A56385-3827-49D1-B533-953BA75136B7}" srcOrd="4" destOrd="0" parTransId="{5C6E35C5-B6D6-42D4-9FF2-63E3FEC1E45F}" sibTransId="{E866DA3A-B427-429E-A892-4812B432ED79}"/>
    <dgm:cxn modelId="{813C1BD6-5A4A-43F4-8BF7-0645F72381AA}" srcId="{162F69A6-0780-49EA-A6A8-3965C12489B2}" destId="{30269CC2-8DD6-4402-82F3-18F164A732FF}" srcOrd="0" destOrd="0" parTransId="{4A8A3B18-A3DE-475C-8BF1-FB4B84DDA43B}" sibTransId="{2DAA2C1D-14F6-4BCA-B047-0B53ADD46F43}"/>
    <dgm:cxn modelId="{13C2F9E6-DC08-48A8-8AFD-44396794846B}" type="presOf" srcId="{2B87ECDB-C552-42F6-9B52-6548A18B206B}" destId="{AC018808-9CEA-4C61-8875-3E922AA167D7}" srcOrd="0" destOrd="0" presId="urn:microsoft.com/office/officeart/2018/2/layout/IconVerticalSolidList"/>
    <dgm:cxn modelId="{7F77D1ED-2343-4635-9FDF-CF5C9D2B3315}" type="presOf" srcId="{162F69A6-0780-49EA-A6A8-3965C12489B2}" destId="{05261D3E-3CC7-4C85-9E09-D67FC777908C}" srcOrd="0" destOrd="0" presId="urn:microsoft.com/office/officeart/2018/2/layout/IconVerticalSolidList"/>
    <dgm:cxn modelId="{9CD469EF-CF99-411A-B4B3-5B2C59AF684C}" srcId="{162F69A6-0780-49EA-A6A8-3965C12489B2}" destId="{1B1E513F-BEB7-483A-8F12-A8210AEF19E9}" srcOrd="2" destOrd="0" parTransId="{DB284026-3063-4705-B72C-ADE04469BE6D}" sibTransId="{D99C9B80-BA48-46B7-8B67-372E2AFD9E86}"/>
    <dgm:cxn modelId="{728F2AF8-DE1A-4DFE-89DC-164608C2B6D9}" type="presOf" srcId="{419DF63C-9792-4EF5-9125-1EEF4D07C33F}" destId="{8409F791-340A-4625-9294-3E680D66DB63}" srcOrd="0" destOrd="0" presId="urn:microsoft.com/office/officeart/2018/2/layout/IconVerticalSolidList"/>
    <dgm:cxn modelId="{001DAEEF-C10E-4509-A5ED-A43D13ADDC88}" type="presParOf" srcId="{05261D3E-3CC7-4C85-9E09-D67FC777908C}" destId="{25C6FE9B-AED9-47D9-807F-76A517615FC1}" srcOrd="0" destOrd="0" presId="urn:microsoft.com/office/officeart/2018/2/layout/IconVerticalSolidList"/>
    <dgm:cxn modelId="{073B989C-23BA-4530-AC1F-B739DA7E636B}" type="presParOf" srcId="{25C6FE9B-AED9-47D9-807F-76A517615FC1}" destId="{99698387-9DF3-4127-A7DE-FCE3F05A3470}" srcOrd="0" destOrd="0" presId="urn:microsoft.com/office/officeart/2018/2/layout/IconVerticalSolidList"/>
    <dgm:cxn modelId="{06BD039F-EDDF-4622-A598-9EE1D9CB4F5D}" type="presParOf" srcId="{25C6FE9B-AED9-47D9-807F-76A517615FC1}" destId="{B52E1101-E263-4511-8D8F-5A215C912C41}" srcOrd="1" destOrd="0" presId="urn:microsoft.com/office/officeart/2018/2/layout/IconVerticalSolidList"/>
    <dgm:cxn modelId="{43BD6705-F233-478A-B643-6D1D6F645970}" type="presParOf" srcId="{25C6FE9B-AED9-47D9-807F-76A517615FC1}" destId="{18EFBBAF-BD9F-4030-B8A4-57CCEB350921}" srcOrd="2" destOrd="0" presId="urn:microsoft.com/office/officeart/2018/2/layout/IconVerticalSolidList"/>
    <dgm:cxn modelId="{1D8C37C5-66BB-4BC7-BB3D-6F8F848770D7}" type="presParOf" srcId="{25C6FE9B-AED9-47D9-807F-76A517615FC1}" destId="{F113ED77-1650-49A8-987A-A13C2A50CEA5}" srcOrd="3" destOrd="0" presId="urn:microsoft.com/office/officeart/2018/2/layout/IconVerticalSolidList"/>
    <dgm:cxn modelId="{989F56CC-7B17-4D85-9C46-5526FA8AEA20}" type="presParOf" srcId="{05261D3E-3CC7-4C85-9E09-D67FC777908C}" destId="{084D1940-F8FF-48AA-A0CA-908C7645C951}" srcOrd="1" destOrd="0" presId="urn:microsoft.com/office/officeart/2018/2/layout/IconVerticalSolidList"/>
    <dgm:cxn modelId="{7F97DE24-33C2-4F7B-95D7-BCEBD641588A}" type="presParOf" srcId="{05261D3E-3CC7-4C85-9E09-D67FC777908C}" destId="{922A9066-91F0-4494-8CF8-01F8511B6028}" srcOrd="2" destOrd="0" presId="urn:microsoft.com/office/officeart/2018/2/layout/IconVerticalSolidList"/>
    <dgm:cxn modelId="{F9DDBB3F-9374-4753-835C-00C4FB1871C3}" type="presParOf" srcId="{922A9066-91F0-4494-8CF8-01F8511B6028}" destId="{FA3369E0-5B38-4FDD-A9F5-22B9810A03F7}" srcOrd="0" destOrd="0" presId="urn:microsoft.com/office/officeart/2018/2/layout/IconVerticalSolidList"/>
    <dgm:cxn modelId="{BDB21E5B-D7A4-45B4-919E-7BF12E1FCB35}" type="presParOf" srcId="{922A9066-91F0-4494-8CF8-01F8511B6028}" destId="{FADE9C4E-BFE3-4374-BE2C-676ED238ACF2}" srcOrd="1" destOrd="0" presId="urn:microsoft.com/office/officeart/2018/2/layout/IconVerticalSolidList"/>
    <dgm:cxn modelId="{0E87310E-9E70-4415-9554-28114BCFE0BE}" type="presParOf" srcId="{922A9066-91F0-4494-8CF8-01F8511B6028}" destId="{7000F0F2-143F-4CAE-BA6B-E9C401E5437A}" srcOrd="2" destOrd="0" presId="urn:microsoft.com/office/officeart/2018/2/layout/IconVerticalSolidList"/>
    <dgm:cxn modelId="{C37870BF-1390-4761-8C31-2511BCEB41BD}" type="presParOf" srcId="{922A9066-91F0-4494-8CF8-01F8511B6028}" destId="{AC018808-9CEA-4C61-8875-3E922AA167D7}" srcOrd="3" destOrd="0" presId="urn:microsoft.com/office/officeart/2018/2/layout/IconVerticalSolidList"/>
    <dgm:cxn modelId="{44EEC92E-73C9-4094-82A0-0CD4E4E987A4}" type="presParOf" srcId="{05261D3E-3CC7-4C85-9E09-D67FC777908C}" destId="{CE46B6BD-FA9F-4C65-8E75-D8C24C71657B}" srcOrd="3" destOrd="0" presId="urn:microsoft.com/office/officeart/2018/2/layout/IconVerticalSolidList"/>
    <dgm:cxn modelId="{F7B848E6-2172-45E1-B876-3EA448F0ABB9}" type="presParOf" srcId="{05261D3E-3CC7-4C85-9E09-D67FC777908C}" destId="{390D1410-0CB7-44D5-903C-C35615DE86E1}" srcOrd="4" destOrd="0" presId="urn:microsoft.com/office/officeart/2018/2/layout/IconVerticalSolidList"/>
    <dgm:cxn modelId="{C99E7DE8-D871-4A76-B706-A125D3D0A67A}" type="presParOf" srcId="{390D1410-0CB7-44D5-903C-C35615DE86E1}" destId="{C2FCE80A-DCA0-4D7F-8F72-19CB2337E588}" srcOrd="0" destOrd="0" presId="urn:microsoft.com/office/officeart/2018/2/layout/IconVerticalSolidList"/>
    <dgm:cxn modelId="{AC2F5288-3CA9-40D1-BF13-F4E467B4F615}" type="presParOf" srcId="{390D1410-0CB7-44D5-903C-C35615DE86E1}" destId="{1B0B9210-632F-4BB5-B140-1FA20D3CF123}" srcOrd="1" destOrd="0" presId="urn:microsoft.com/office/officeart/2018/2/layout/IconVerticalSolidList"/>
    <dgm:cxn modelId="{F1F48465-8C5D-4957-997D-E80A6CBF0534}" type="presParOf" srcId="{390D1410-0CB7-44D5-903C-C35615DE86E1}" destId="{E9B85894-F3EF-4216-9DD4-962DCF409217}" srcOrd="2" destOrd="0" presId="urn:microsoft.com/office/officeart/2018/2/layout/IconVerticalSolidList"/>
    <dgm:cxn modelId="{3C51064F-A65A-4DD0-A827-F91361789FE8}" type="presParOf" srcId="{390D1410-0CB7-44D5-903C-C35615DE86E1}" destId="{3CBA7321-E2AC-48FD-B351-CE3C9A4CE924}" srcOrd="3" destOrd="0" presId="urn:microsoft.com/office/officeart/2018/2/layout/IconVerticalSolidList"/>
    <dgm:cxn modelId="{C30D504C-D4E1-4407-9C71-4E23F08899BC}" type="presParOf" srcId="{05261D3E-3CC7-4C85-9E09-D67FC777908C}" destId="{5E25F319-BBA5-4820-B2FC-14F8D56BF078}" srcOrd="5" destOrd="0" presId="urn:microsoft.com/office/officeart/2018/2/layout/IconVerticalSolidList"/>
    <dgm:cxn modelId="{68F1956D-982C-4305-B3CE-098327B49629}" type="presParOf" srcId="{05261D3E-3CC7-4C85-9E09-D67FC777908C}" destId="{B12160B6-4EC8-4B4D-A1B2-F7F5F2795F75}" srcOrd="6" destOrd="0" presId="urn:microsoft.com/office/officeart/2018/2/layout/IconVerticalSolidList"/>
    <dgm:cxn modelId="{EEC029ED-0D5B-4BB9-970F-6E1A80566AF6}" type="presParOf" srcId="{B12160B6-4EC8-4B4D-A1B2-F7F5F2795F75}" destId="{DB8ABDAA-976A-4A84-A3C3-277080E19DCA}" srcOrd="0" destOrd="0" presId="urn:microsoft.com/office/officeart/2018/2/layout/IconVerticalSolidList"/>
    <dgm:cxn modelId="{11BB83B0-80E2-406E-BB6E-8D40A1B5F8F1}" type="presParOf" srcId="{B12160B6-4EC8-4B4D-A1B2-F7F5F2795F75}" destId="{D335376E-740A-4A47-BC5B-3381DE731CE0}" srcOrd="1" destOrd="0" presId="urn:microsoft.com/office/officeart/2018/2/layout/IconVerticalSolidList"/>
    <dgm:cxn modelId="{51F70ABC-8094-45D1-9E8B-8014C6C52E78}" type="presParOf" srcId="{B12160B6-4EC8-4B4D-A1B2-F7F5F2795F75}" destId="{BCDE90E0-E45B-4C79-BE60-A53702208276}" srcOrd="2" destOrd="0" presId="urn:microsoft.com/office/officeart/2018/2/layout/IconVerticalSolidList"/>
    <dgm:cxn modelId="{693B1B4E-021D-4C67-BD40-7A105DA499B2}" type="presParOf" srcId="{B12160B6-4EC8-4B4D-A1B2-F7F5F2795F75}" destId="{8409F791-340A-4625-9294-3E680D66DB63}" srcOrd="3" destOrd="0" presId="urn:microsoft.com/office/officeart/2018/2/layout/IconVerticalSolidList"/>
    <dgm:cxn modelId="{A1331C8E-2924-43A5-A73B-2691034558FB}" type="presParOf" srcId="{05261D3E-3CC7-4C85-9E09-D67FC777908C}" destId="{D4892BA4-47FA-499C-84FA-3A971E9AFE41}" srcOrd="7" destOrd="0" presId="urn:microsoft.com/office/officeart/2018/2/layout/IconVerticalSolidList"/>
    <dgm:cxn modelId="{59E16CDD-03E3-41E0-B10C-438C40D139E6}" type="presParOf" srcId="{05261D3E-3CC7-4C85-9E09-D67FC777908C}" destId="{A9DA4473-F7AD-4D05-A89E-4317469C9CAC}" srcOrd="8" destOrd="0" presId="urn:microsoft.com/office/officeart/2018/2/layout/IconVerticalSolidList"/>
    <dgm:cxn modelId="{BC537273-6C68-47D7-9685-1D5F2FDDF025}" type="presParOf" srcId="{A9DA4473-F7AD-4D05-A89E-4317469C9CAC}" destId="{343A76ED-9DD6-4B0A-830E-16ED952B3D06}" srcOrd="0" destOrd="0" presId="urn:microsoft.com/office/officeart/2018/2/layout/IconVerticalSolidList"/>
    <dgm:cxn modelId="{E3F01D0C-DFE4-4946-BB53-C5DAF4B843CB}" type="presParOf" srcId="{A9DA4473-F7AD-4D05-A89E-4317469C9CAC}" destId="{C21BED67-1F13-4312-815B-B5C34DAA27F9}" srcOrd="1" destOrd="0" presId="urn:microsoft.com/office/officeart/2018/2/layout/IconVerticalSolidList"/>
    <dgm:cxn modelId="{A0B6B38C-01FC-4379-A241-1EC0066AD11E}" type="presParOf" srcId="{A9DA4473-F7AD-4D05-A89E-4317469C9CAC}" destId="{8854FDB6-04FD-4DEB-9AB6-DDB7E532A353}" srcOrd="2" destOrd="0" presId="urn:microsoft.com/office/officeart/2018/2/layout/IconVerticalSolidList"/>
    <dgm:cxn modelId="{9C54203E-C03C-427E-87D4-0A87EB0089D0}" type="presParOf" srcId="{A9DA4473-F7AD-4D05-A89E-4317469C9CAC}" destId="{9260EF14-C09B-4543-88B7-7F45704CBA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62F69A6-0780-49EA-A6A8-3965C12489B2}" type="doc">
      <dgm:prSet loTypeId="urn:microsoft.com/office/officeart/2018/2/layout/IconVerticalSolidList" loCatId="icon" qsTypeId="urn:microsoft.com/office/officeart/2005/8/quickstyle/simple1" qsCatId="simple" csTypeId="urn:microsoft.com/office/officeart/2005/8/colors/accent0_1" csCatId="mainScheme" phldr="1"/>
      <dgm:spPr/>
      <dgm:t>
        <a:bodyPr rtlCol="0"/>
        <a:lstStyle/>
        <a:p>
          <a:pPr rtl="0"/>
          <a:endParaRPr lang="en-US"/>
        </a:p>
      </dgm:t>
    </dgm:pt>
    <dgm:pt modelId="{30269CC2-8DD6-4402-82F3-18F164A732FF}">
      <dgm:prSet/>
      <dgm:spPr/>
      <dgm:t>
        <a:bodyPr rtlCol="0"/>
        <a:lstStyle/>
        <a:p>
          <a:pPr>
            <a:lnSpc>
              <a:spcPct val="100000"/>
            </a:lnSpc>
          </a:pPr>
          <a:r>
            <a:rPr lang="en-GB" noProof="0" dirty="0">
              <a:solidFill>
                <a:schemeClr val="bg1"/>
              </a:solidFill>
            </a:rPr>
            <a:t>Connect to Wi-Fi</a:t>
          </a:r>
        </a:p>
      </dgm:t>
    </dgm:pt>
    <dgm:pt modelId="{2DAA2C1D-14F6-4BCA-B047-0B53ADD46F43}" type="sibTrans" cxnId="{813C1BD6-5A4A-43F4-8BF7-0645F72381AA}">
      <dgm:prSet/>
      <dgm:spPr/>
      <dgm:t>
        <a:bodyPr rtlCol="0"/>
        <a:lstStyle/>
        <a:p>
          <a:pPr rtl="0"/>
          <a:endParaRPr lang="en-GB" noProof="0" dirty="0"/>
        </a:p>
      </dgm:t>
    </dgm:pt>
    <dgm:pt modelId="{4A8A3B18-A3DE-475C-8BF1-FB4B84DDA43B}" type="parTrans" cxnId="{813C1BD6-5A4A-43F4-8BF7-0645F72381AA}">
      <dgm:prSet/>
      <dgm:spPr/>
      <dgm:t>
        <a:bodyPr rtlCol="0"/>
        <a:lstStyle/>
        <a:p>
          <a:pPr rtl="0"/>
          <a:endParaRPr lang="en-GB" noProof="0" dirty="0"/>
        </a:p>
      </dgm:t>
    </dgm:pt>
    <dgm:pt modelId="{2B87ECDB-C552-42F6-9B52-6548A18B206B}">
      <dgm:prSet/>
      <dgm:spPr/>
      <dgm:t>
        <a:bodyPr rtlCol="0"/>
        <a:lstStyle/>
        <a:p>
          <a:pPr>
            <a:lnSpc>
              <a:spcPct val="100000"/>
            </a:lnSpc>
          </a:pPr>
          <a:r>
            <a:rPr lang="en-GB" noProof="0" dirty="0">
              <a:solidFill>
                <a:schemeClr val="bg1"/>
              </a:solidFill>
            </a:rPr>
            <a:t>Sensors and Data Fetching</a:t>
          </a:r>
        </a:p>
      </dgm:t>
    </dgm:pt>
    <dgm:pt modelId="{80EFB54F-1AC8-40D9-981D-4C85160A5799}" type="sibTrans" cxnId="{91AFA996-5E3B-401C-B400-E70DBD4A4AB6}">
      <dgm:prSet/>
      <dgm:spPr/>
      <dgm:t>
        <a:bodyPr rtlCol="0"/>
        <a:lstStyle/>
        <a:p>
          <a:pPr rtl="0"/>
          <a:endParaRPr lang="en-GB" noProof="0" dirty="0"/>
        </a:p>
      </dgm:t>
    </dgm:pt>
    <dgm:pt modelId="{0DC560D9-C62C-41BA-8D68-CB78933BFF0C}" type="parTrans" cxnId="{91AFA996-5E3B-401C-B400-E70DBD4A4AB6}">
      <dgm:prSet/>
      <dgm:spPr/>
      <dgm:t>
        <a:bodyPr rtlCol="0"/>
        <a:lstStyle/>
        <a:p>
          <a:pPr rtl="0"/>
          <a:endParaRPr lang="en-GB" noProof="0" dirty="0"/>
        </a:p>
      </dgm:t>
    </dgm:pt>
    <dgm:pt modelId="{419DF63C-9792-4EF5-9125-1EEF4D07C33F}">
      <dgm:prSet/>
      <dgm:spPr/>
      <dgm:t>
        <a:bodyPr rtlCol="0"/>
        <a:lstStyle/>
        <a:p>
          <a:pPr>
            <a:lnSpc>
              <a:spcPct val="100000"/>
            </a:lnSpc>
          </a:pPr>
          <a:r>
            <a:rPr lang="en-GB" noProof="0" dirty="0">
              <a:solidFill>
                <a:schemeClr val="bg1"/>
              </a:solidFill>
            </a:rPr>
            <a:t>Start Webserver</a:t>
          </a:r>
        </a:p>
      </dgm:t>
    </dgm:pt>
    <dgm:pt modelId="{EA8773AB-BB82-4BF6-944E-80CD2086CE93}" type="sibTrans" cxnId="{024B121E-3EE5-42C9-97D1-5E0D27C29DC3}">
      <dgm:prSet/>
      <dgm:spPr/>
      <dgm:t>
        <a:bodyPr rtlCol="0"/>
        <a:lstStyle/>
        <a:p>
          <a:pPr rtl="0"/>
          <a:endParaRPr lang="en-GB" noProof="0" dirty="0"/>
        </a:p>
      </dgm:t>
    </dgm:pt>
    <dgm:pt modelId="{2B95E8EF-82FE-4F54-970D-D55C9AD8EC00}" type="parTrans" cxnId="{024B121E-3EE5-42C9-97D1-5E0D27C29DC3}">
      <dgm:prSet/>
      <dgm:spPr/>
      <dgm:t>
        <a:bodyPr rtlCol="0"/>
        <a:lstStyle/>
        <a:p>
          <a:pPr rtl="0"/>
          <a:endParaRPr lang="en-GB" noProof="0" dirty="0"/>
        </a:p>
      </dgm:t>
    </dgm:pt>
    <dgm:pt modelId="{1B1E513F-BEB7-483A-8F12-A8210AEF19E9}">
      <dgm:prSet/>
      <dgm:spPr/>
      <dgm:t>
        <a:bodyPr rtlCol="0"/>
        <a:lstStyle/>
        <a:p>
          <a:pPr>
            <a:lnSpc>
              <a:spcPct val="100000"/>
            </a:lnSpc>
          </a:pPr>
          <a:r>
            <a:rPr lang="en-GB" noProof="0" dirty="0">
              <a:solidFill>
                <a:schemeClr val="bg1"/>
              </a:solidFill>
            </a:rPr>
            <a:t>Basic HTML and CSS</a:t>
          </a:r>
        </a:p>
      </dgm:t>
    </dgm:pt>
    <dgm:pt modelId="{D99C9B80-BA48-46B7-8B67-372E2AFD9E86}" type="sibTrans" cxnId="{9CD469EF-CF99-411A-B4B3-5B2C59AF684C}">
      <dgm:prSet/>
      <dgm:spPr/>
      <dgm:t>
        <a:bodyPr rtlCol="0"/>
        <a:lstStyle/>
        <a:p>
          <a:pPr rtl="0"/>
          <a:endParaRPr lang="en-GB" noProof="0" dirty="0"/>
        </a:p>
      </dgm:t>
    </dgm:pt>
    <dgm:pt modelId="{DB284026-3063-4705-B72C-ADE04469BE6D}" type="parTrans" cxnId="{9CD469EF-CF99-411A-B4B3-5B2C59AF684C}">
      <dgm:prSet/>
      <dgm:spPr/>
      <dgm:t>
        <a:bodyPr rtlCol="0"/>
        <a:lstStyle/>
        <a:p>
          <a:pPr rtl="0"/>
          <a:endParaRPr lang="en-GB" noProof="0" dirty="0"/>
        </a:p>
      </dgm:t>
    </dgm:pt>
    <dgm:pt modelId="{F4A56385-3827-49D1-B533-953BA75136B7}">
      <dgm:prSet/>
      <dgm:spPr/>
      <dgm:t>
        <a:bodyPr rtlCol="0"/>
        <a:lstStyle/>
        <a:p>
          <a:pPr>
            <a:lnSpc>
              <a:spcPct val="100000"/>
            </a:lnSpc>
          </a:pPr>
          <a:r>
            <a:rPr lang="en-GB" noProof="0" dirty="0">
              <a:solidFill>
                <a:schemeClr val="bg1"/>
              </a:solidFill>
            </a:rPr>
            <a:t>Handle</a:t>
          </a:r>
          <a:r>
            <a:rPr lang="en-GB" baseline="0" noProof="0" dirty="0">
              <a:solidFill>
                <a:schemeClr val="bg1"/>
              </a:solidFill>
            </a:rPr>
            <a:t> Requests</a:t>
          </a:r>
          <a:endParaRPr lang="en-GB" noProof="0" dirty="0">
            <a:solidFill>
              <a:schemeClr val="bg1"/>
            </a:solidFill>
          </a:endParaRPr>
        </a:p>
      </dgm:t>
    </dgm:pt>
    <dgm:pt modelId="{E866DA3A-B427-429E-A892-4812B432ED79}" type="sibTrans" cxnId="{D572C096-14C8-487B-ABCD-6354192B80BA}">
      <dgm:prSet/>
      <dgm:spPr/>
      <dgm:t>
        <a:bodyPr rtlCol="0"/>
        <a:lstStyle/>
        <a:p>
          <a:pPr rtl="0"/>
          <a:endParaRPr lang="en-GB" noProof="0" dirty="0"/>
        </a:p>
      </dgm:t>
    </dgm:pt>
    <dgm:pt modelId="{5C6E35C5-B6D6-42D4-9FF2-63E3FEC1E45F}" type="parTrans" cxnId="{D572C096-14C8-487B-ABCD-6354192B80BA}">
      <dgm:prSet/>
      <dgm:spPr/>
      <dgm:t>
        <a:bodyPr rtlCol="0"/>
        <a:lstStyle/>
        <a:p>
          <a:pPr rtl="0"/>
          <a:endParaRPr lang="en-GB" noProof="0" dirty="0"/>
        </a:p>
      </dgm:t>
    </dgm:pt>
    <dgm:pt modelId="{05261D3E-3CC7-4C85-9E09-D67FC777908C}" type="pres">
      <dgm:prSet presAssocID="{162F69A6-0780-49EA-A6A8-3965C12489B2}" presName="root" presStyleCnt="0">
        <dgm:presLayoutVars>
          <dgm:dir/>
          <dgm:resizeHandles val="exact"/>
        </dgm:presLayoutVars>
      </dgm:prSet>
      <dgm:spPr/>
    </dgm:pt>
    <dgm:pt modelId="{25C6FE9B-AED9-47D9-807F-76A517615FC1}" type="pres">
      <dgm:prSet presAssocID="{30269CC2-8DD6-4402-82F3-18F164A732FF}" presName="compNode" presStyleCnt="0"/>
      <dgm:spPr/>
    </dgm:pt>
    <dgm:pt modelId="{99698387-9DF3-4127-A7DE-FCE3F05A3470}" type="pres">
      <dgm:prSet presAssocID="{30269CC2-8DD6-4402-82F3-18F164A732FF}" presName="bgRect" presStyleLbl="bgShp" presStyleIdx="0" presStyleCnt="5"/>
      <dgm:spPr>
        <a:prstGeom prst="rect">
          <a:avLst/>
        </a:prstGeom>
        <a:solidFill>
          <a:schemeClr val="tx2"/>
        </a:solidFill>
      </dgm:spPr>
    </dgm:pt>
    <dgm:pt modelId="{B52E1101-E263-4511-8D8F-5A215C912C41}" type="pres">
      <dgm:prSet presAssocID="{30269CC2-8DD6-4402-82F3-18F164A732F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rocessor with solid fill"/>
        </a:ext>
      </dgm:extLst>
    </dgm:pt>
    <dgm:pt modelId="{18EFBBAF-BD9F-4030-B8A4-57CCEB350921}" type="pres">
      <dgm:prSet presAssocID="{30269CC2-8DD6-4402-82F3-18F164A732FF}" presName="spaceRect" presStyleCnt="0"/>
      <dgm:spPr/>
    </dgm:pt>
    <dgm:pt modelId="{F113ED77-1650-49A8-987A-A13C2A50CEA5}" type="pres">
      <dgm:prSet presAssocID="{30269CC2-8DD6-4402-82F3-18F164A732FF}" presName="parTx" presStyleLbl="revTx" presStyleIdx="0" presStyleCnt="5">
        <dgm:presLayoutVars>
          <dgm:chMax val="0"/>
          <dgm:chPref val="0"/>
        </dgm:presLayoutVars>
      </dgm:prSet>
      <dgm:spPr/>
    </dgm:pt>
    <dgm:pt modelId="{084D1940-F8FF-48AA-A0CA-908C7645C951}" type="pres">
      <dgm:prSet presAssocID="{2DAA2C1D-14F6-4BCA-B047-0B53ADD46F43}" presName="sibTrans" presStyleCnt="0"/>
      <dgm:spPr/>
    </dgm:pt>
    <dgm:pt modelId="{922A9066-91F0-4494-8CF8-01F8511B6028}" type="pres">
      <dgm:prSet presAssocID="{2B87ECDB-C552-42F6-9B52-6548A18B206B}" presName="compNode" presStyleCnt="0"/>
      <dgm:spPr/>
    </dgm:pt>
    <dgm:pt modelId="{FA3369E0-5B38-4FDD-A9F5-22B9810A03F7}" type="pres">
      <dgm:prSet presAssocID="{2B87ECDB-C552-42F6-9B52-6548A18B206B}" presName="bgRect" presStyleLbl="bgShp" presStyleIdx="1" presStyleCnt="5"/>
      <dgm:spPr>
        <a:xfrm>
          <a:off x="0" y="1249576"/>
          <a:ext cx="6791323" cy="995920"/>
        </a:xfrm>
        <a:prstGeom prst="rect">
          <a:avLst/>
        </a:prstGeom>
        <a:solidFill>
          <a:schemeClr val="tx2"/>
        </a:solidFill>
      </dgm:spPr>
    </dgm:pt>
    <dgm:pt modelId="{FADE9C4E-BFE3-4374-BE2C-676ED238ACF2}" type="pres">
      <dgm:prSet presAssocID="{2B87ECDB-C552-42F6-9B52-6548A18B206B}" presName="iconRect" presStyleLbl="nod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Ethernet with solid fill"/>
        </a:ext>
      </dgm:extLst>
    </dgm:pt>
    <dgm:pt modelId="{7000F0F2-143F-4CAE-BA6B-E9C401E5437A}" type="pres">
      <dgm:prSet presAssocID="{2B87ECDB-C552-42F6-9B52-6548A18B206B}" presName="spaceRect" presStyleCnt="0"/>
      <dgm:spPr/>
    </dgm:pt>
    <dgm:pt modelId="{AC018808-9CEA-4C61-8875-3E922AA167D7}" type="pres">
      <dgm:prSet presAssocID="{2B87ECDB-C552-42F6-9B52-6548A18B206B}" presName="parTx" presStyleLbl="revTx" presStyleIdx="1" presStyleCnt="5">
        <dgm:presLayoutVars>
          <dgm:chMax val="0"/>
          <dgm:chPref val="0"/>
        </dgm:presLayoutVars>
      </dgm:prSet>
      <dgm:spPr/>
    </dgm:pt>
    <dgm:pt modelId="{CE46B6BD-FA9F-4C65-8E75-D8C24C71657B}" type="pres">
      <dgm:prSet presAssocID="{80EFB54F-1AC8-40D9-981D-4C85160A5799}" presName="sibTrans" presStyleCnt="0"/>
      <dgm:spPr/>
    </dgm:pt>
    <dgm:pt modelId="{390D1410-0CB7-44D5-903C-C35615DE86E1}" type="pres">
      <dgm:prSet presAssocID="{1B1E513F-BEB7-483A-8F12-A8210AEF19E9}" presName="compNode" presStyleCnt="0"/>
      <dgm:spPr/>
    </dgm:pt>
    <dgm:pt modelId="{C2FCE80A-DCA0-4D7F-8F72-19CB2337E588}" type="pres">
      <dgm:prSet presAssocID="{1B1E513F-BEB7-483A-8F12-A8210AEF19E9}" presName="bgRect" presStyleLbl="bgShp" presStyleIdx="2" presStyleCnt="5"/>
      <dgm:spPr>
        <a:xfrm>
          <a:off x="0" y="3739377"/>
          <a:ext cx="6791323" cy="995920"/>
        </a:xfrm>
        <a:prstGeom prst="rect">
          <a:avLst/>
        </a:prstGeom>
        <a:solidFill>
          <a:schemeClr val="tx2"/>
        </a:solidFill>
      </dgm:spPr>
    </dgm:pt>
    <dgm:pt modelId="{1B0B9210-632F-4BB5-B140-1FA20D3CF123}" type="pres">
      <dgm:prSet presAssocID="{1B1E513F-BEB7-483A-8F12-A8210AEF19E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Ui Ux with solid fill"/>
        </a:ext>
      </dgm:extLst>
    </dgm:pt>
    <dgm:pt modelId="{E9B85894-F3EF-4216-9DD4-962DCF409217}" type="pres">
      <dgm:prSet presAssocID="{1B1E513F-BEB7-483A-8F12-A8210AEF19E9}" presName="spaceRect" presStyleCnt="0"/>
      <dgm:spPr/>
    </dgm:pt>
    <dgm:pt modelId="{3CBA7321-E2AC-48FD-B351-CE3C9A4CE924}" type="pres">
      <dgm:prSet presAssocID="{1B1E513F-BEB7-483A-8F12-A8210AEF19E9}" presName="parTx" presStyleLbl="revTx" presStyleIdx="2" presStyleCnt="5">
        <dgm:presLayoutVars>
          <dgm:chMax val="0"/>
          <dgm:chPref val="0"/>
        </dgm:presLayoutVars>
      </dgm:prSet>
      <dgm:spPr/>
    </dgm:pt>
    <dgm:pt modelId="{5E25F319-BBA5-4820-B2FC-14F8D56BF078}" type="pres">
      <dgm:prSet presAssocID="{D99C9B80-BA48-46B7-8B67-372E2AFD9E86}" presName="sibTrans" presStyleCnt="0"/>
      <dgm:spPr/>
    </dgm:pt>
    <dgm:pt modelId="{B12160B6-4EC8-4B4D-A1B2-F7F5F2795F75}" type="pres">
      <dgm:prSet presAssocID="{419DF63C-9792-4EF5-9125-1EEF4D07C33F}" presName="compNode" presStyleCnt="0"/>
      <dgm:spPr/>
    </dgm:pt>
    <dgm:pt modelId="{DB8ABDAA-976A-4A84-A3C3-277080E19DCA}" type="pres">
      <dgm:prSet presAssocID="{419DF63C-9792-4EF5-9125-1EEF4D07C33F}" presName="bgRect" presStyleLbl="bgShp" presStyleIdx="3" presStyleCnt="5"/>
      <dgm:spPr>
        <a:xfrm>
          <a:off x="0" y="2494477"/>
          <a:ext cx="6791323" cy="995920"/>
        </a:xfrm>
        <a:prstGeom prst="rect">
          <a:avLst/>
        </a:prstGeom>
        <a:solidFill>
          <a:schemeClr val="tx2"/>
        </a:solidFill>
      </dgm:spPr>
    </dgm:pt>
    <dgm:pt modelId="{D335376E-740A-4A47-BC5B-3381DE731CE0}" type="pres">
      <dgm:prSet presAssocID="{419DF63C-9792-4EF5-9125-1EEF4D07C33F}"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Wireless with solid fill"/>
        </a:ext>
      </dgm:extLst>
    </dgm:pt>
    <dgm:pt modelId="{BCDE90E0-E45B-4C79-BE60-A53702208276}" type="pres">
      <dgm:prSet presAssocID="{419DF63C-9792-4EF5-9125-1EEF4D07C33F}" presName="spaceRect" presStyleCnt="0"/>
      <dgm:spPr/>
    </dgm:pt>
    <dgm:pt modelId="{8409F791-340A-4625-9294-3E680D66DB63}" type="pres">
      <dgm:prSet presAssocID="{419DF63C-9792-4EF5-9125-1EEF4D07C33F}" presName="parTx" presStyleLbl="revTx" presStyleIdx="3" presStyleCnt="5">
        <dgm:presLayoutVars>
          <dgm:chMax val="0"/>
          <dgm:chPref val="0"/>
        </dgm:presLayoutVars>
      </dgm:prSet>
      <dgm:spPr/>
    </dgm:pt>
    <dgm:pt modelId="{D4892BA4-47FA-499C-84FA-3A971E9AFE41}" type="pres">
      <dgm:prSet presAssocID="{EA8773AB-BB82-4BF6-944E-80CD2086CE93}" presName="sibTrans" presStyleCnt="0"/>
      <dgm:spPr/>
    </dgm:pt>
    <dgm:pt modelId="{A9DA4473-F7AD-4D05-A89E-4317469C9CAC}" type="pres">
      <dgm:prSet presAssocID="{F4A56385-3827-49D1-B533-953BA75136B7}" presName="compNode" presStyleCnt="0"/>
      <dgm:spPr/>
    </dgm:pt>
    <dgm:pt modelId="{343A76ED-9DD6-4B0A-830E-16ED952B3D06}" type="pres">
      <dgm:prSet presAssocID="{F4A56385-3827-49D1-B533-953BA75136B7}" presName="bgRect" presStyleLbl="bgShp" presStyleIdx="4" presStyleCnt="5"/>
      <dgm:spPr>
        <a:xfrm>
          <a:off x="0" y="4984278"/>
          <a:ext cx="6791323" cy="995920"/>
        </a:xfrm>
        <a:prstGeom prst="rect">
          <a:avLst/>
        </a:prstGeom>
        <a:solidFill>
          <a:schemeClr val="tx2"/>
        </a:solidFill>
        <a:ln>
          <a:noFill/>
        </a:ln>
      </dgm:spPr>
    </dgm:pt>
    <dgm:pt modelId="{C21BED67-1F13-4312-815B-B5C34DAA27F9}" type="pres">
      <dgm:prSet presAssocID="{F4A56385-3827-49D1-B533-953BA75136B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Programmer female with solid fill"/>
        </a:ext>
      </dgm:extLst>
    </dgm:pt>
    <dgm:pt modelId="{8854FDB6-04FD-4DEB-9AB6-DDB7E532A353}" type="pres">
      <dgm:prSet presAssocID="{F4A56385-3827-49D1-B533-953BA75136B7}" presName="spaceRect" presStyleCnt="0"/>
      <dgm:spPr/>
    </dgm:pt>
    <dgm:pt modelId="{9260EF14-C09B-4543-88B7-7F45704CBA36}" type="pres">
      <dgm:prSet presAssocID="{F4A56385-3827-49D1-B533-953BA75136B7}" presName="parTx" presStyleLbl="revTx" presStyleIdx="4" presStyleCnt="5">
        <dgm:presLayoutVars>
          <dgm:chMax val="0"/>
          <dgm:chPref val="0"/>
        </dgm:presLayoutVars>
      </dgm:prSet>
      <dgm:spPr/>
    </dgm:pt>
  </dgm:ptLst>
  <dgm:cxnLst>
    <dgm:cxn modelId="{024B121E-3EE5-42C9-97D1-5E0D27C29DC3}" srcId="{162F69A6-0780-49EA-A6A8-3965C12489B2}" destId="{419DF63C-9792-4EF5-9125-1EEF4D07C33F}" srcOrd="3" destOrd="0" parTransId="{2B95E8EF-82FE-4F54-970D-D55C9AD8EC00}" sibTransId="{EA8773AB-BB82-4BF6-944E-80CD2086CE93}"/>
    <dgm:cxn modelId="{EF4B5532-A7C6-4946-922F-F7B835768644}" type="presOf" srcId="{419DF63C-9792-4EF5-9125-1EEF4D07C33F}" destId="{8409F791-340A-4625-9294-3E680D66DB63}" srcOrd="0" destOrd="0" presId="urn:microsoft.com/office/officeart/2018/2/layout/IconVerticalSolidList"/>
    <dgm:cxn modelId="{BB342D62-4866-4919-8B5A-30A661E11FFE}" type="presOf" srcId="{F4A56385-3827-49D1-B533-953BA75136B7}" destId="{9260EF14-C09B-4543-88B7-7F45704CBA36}" srcOrd="0" destOrd="0" presId="urn:microsoft.com/office/officeart/2018/2/layout/IconVerticalSolidList"/>
    <dgm:cxn modelId="{BA304B6A-24B5-47CC-B406-CED5639EBDBD}" type="presOf" srcId="{2B87ECDB-C552-42F6-9B52-6548A18B206B}" destId="{AC018808-9CEA-4C61-8875-3E922AA167D7}" srcOrd="0" destOrd="0" presId="urn:microsoft.com/office/officeart/2018/2/layout/IconVerticalSolidList"/>
    <dgm:cxn modelId="{C8C4D995-7712-468F-8193-DBD570A6D937}" type="presOf" srcId="{1B1E513F-BEB7-483A-8F12-A8210AEF19E9}" destId="{3CBA7321-E2AC-48FD-B351-CE3C9A4CE924}" srcOrd="0" destOrd="0" presId="urn:microsoft.com/office/officeart/2018/2/layout/IconVerticalSolidList"/>
    <dgm:cxn modelId="{91AFA996-5E3B-401C-B400-E70DBD4A4AB6}" srcId="{162F69A6-0780-49EA-A6A8-3965C12489B2}" destId="{2B87ECDB-C552-42F6-9B52-6548A18B206B}" srcOrd="1" destOrd="0" parTransId="{0DC560D9-C62C-41BA-8D68-CB78933BFF0C}" sibTransId="{80EFB54F-1AC8-40D9-981D-4C85160A5799}"/>
    <dgm:cxn modelId="{D572C096-14C8-487B-ABCD-6354192B80BA}" srcId="{162F69A6-0780-49EA-A6A8-3965C12489B2}" destId="{F4A56385-3827-49D1-B533-953BA75136B7}" srcOrd="4" destOrd="0" parTransId="{5C6E35C5-B6D6-42D4-9FF2-63E3FEC1E45F}" sibTransId="{E866DA3A-B427-429E-A892-4812B432ED79}"/>
    <dgm:cxn modelId="{813C1BD6-5A4A-43F4-8BF7-0645F72381AA}" srcId="{162F69A6-0780-49EA-A6A8-3965C12489B2}" destId="{30269CC2-8DD6-4402-82F3-18F164A732FF}" srcOrd="0" destOrd="0" parTransId="{4A8A3B18-A3DE-475C-8BF1-FB4B84DDA43B}" sibTransId="{2DAA2C1D-14F6-4BCA-B047-0B53ADD46F43}"/>
    <dgm:cxn modelId="{614ABFDB-691C-40AF-B6A7-1FAC5F014B71}" type="presOf" srcId="{30269CC2-8DD6-4402-82F3-18F164A732FF}" destId="{F113ED77-1650-49A8-987A-A13C2A50CEA5}" srcOrd="0" destOrd="0" presId="urn:microsoft.com/office/officeart/2018/2/layout/IconVerticalSolidList"/>
    <dgm:cxn modelId="{7F77D1ED-2343-4635-9FDF-CF5C9D2B3315}" type="presOf" srcId="{162F69A6-0780-49EA-A6A8-3965C12489B2}" destId="{05261D3E-3CC7-4C85-9E09-D67FC777908C}" srcOrd="0" destOrd="0" presId="urn:microsoft.com/office/officeart/2018/2/layout/IconVerticalSolidList"/>
    <dgm:cxn modelId="{9CD469EF-CF99-411A-B4B3-5B2C59AF684C}" srcId="{162F69A6-0780-49EA-A6A8-3965C12489B2}" destId="{1B1E513F-BEB7-483A-8F12-A8210AEF19E9}" srcOrd="2" destOrd="0" parTransId="{DB284026-3063-4705-B72C-ADE04469BE6D}" sibTransId="{D99C9B80-BA48-46B7-8B67-372E2AFD9E86}"/>
    <dgm:cxn modelId="{001DAEEF-C10E-4509-A5ED-A43D13ADDC88}" type="presParOf" srcId="{05261D3E-3CC7-4C85-9E09-D67FC777908C}" destId="{25C6FE9B-AED9-47D9-807F-76A517615FC1}" srcOrd="0" destOrd="0" presId="urn:microsoft.com/office/officeart/2018/2/layout/IconVerticalSolidList"/>
    <dgm:cxn modelId="{66D70D4E-2F5F-470B-8014-8F2A3F83C08E}" type="presParOf" srcId="{25C6FE9B-AED9-47D9-807F-76A517615FC1}" destId="{99698387-9DF3-4127-A7DE-FCE3F05A3470}" srcOrd="0" destOrd="0" presId="urn:microsoft.com/office/officeart/2018/2/layout/IconVerticalSolidList"/>
    <dgm:cxn modelId="{6782835D-BD6C-440F-864C-682C6C4602A2}" type="presParOf" srcId="{25C6FE9B-AED9-47D9-807F-76A517615FC1}" destId="{B52E1101-E263-4511-8D8F-5A215C912C41}" srcOrd="1" destOrd="0" presId="urn:microsoft.com/office/officeart/2018/2/layout/IconVerticalSolidList"/>
    <dgm:cxn modelId="{CAF0E4F0-58EA-4A71-AFB2-F770323CBDF5}" type="presParOf" srcId="{25C6FE9B-AED9-47D9-807F-76A517615FC1}" destId="{18EFBBAF-BD9F-4030-B8A4-57CCEB350921}" srcOrd="2" destOrd="0" presId="urn:microsoft.com/office/officeart/2018/2/layout/IconVerticalSolidList"/>
    <dgm:cxn modelId="{14A0ED51-C310-4602-AE38-C438A5B3C853}" type="presParOf" srcId="{25C6FE9B-AED9-47D9-807F-76A517615FC1}" destId="{F113ED77-1650-49A8-987A-A13C2A50CEA5}" srcOrd="3" destOrd="0" presId="urn:microsoft.com/office/officeart/2018/2/layout/IconVerticalSolidList"/>
    <dgm:cxn modelId="{989F56CC-7B17-4D85-9C46-5526FA8AEA20}" type="presParOf" srcId="{05261D3E-3CC7-4C85-9E09-D67FC777908C}" destId="{084D1940-F8FF-48AA-A0CA-908C7645C951}" srcOrd="1" destOrd="0" presId="urn:microsoft.com/office/officeart/2018/2/layout/IconVerticalSolidList"/>
    <dgm:cxn modelId="{7F97DE24-33C2-4F7B-95D7-BCEBD641588A}" type="presParOf" srcId="{05261D3E-3CC7-4C85-9E09-D67FC777908C}" destId="{922A9066-91F0-4494-8CF8-01F8511B6028}" srcOrd="2" destOrd="0" presId="urn:microsoft.com/office/officeart/2018/2/layout/IconVerticalSolidList"/>
    <dgm:cxn modelId="{B5D6C21E-6C33-413B-953E-A4A0E8D5569D}" type="presParOf" srcId="{922A9066-91F0-4494-8CF8-01F8511B6028}" destId="{FA3369E0-5B38-4FDD-A9F5-22B9810A03F7}" srcOrd="0" destOrd="0" presId="urn:microsoft.com/office/officeart/2018/2/layout/IconVerticalSolidList"/>
    <dgm:cxn modelId="{692AC95F-1B10-4AD5-B9E1-C935BE4EBC14}" type="presParOf" srcId="{922A9066-91F0-4494-8CF8-01F8511B6028}" destId="{FADE9C4E-BFE3-4374-BE2C-676ED238ACF2}" srcOrd="1" destOrd="0" presId="urn:microsoft.com/office/officeart/2018/2/layout/IconVerticalSolidList"/>
    <dgm:cxn modelId="{EE01F7C4-EEA4-4D8D-9F94-FA9E215F10A5}" type="presParOf" srcId="{922A9066-91F0-4494-8CF8-01F8511B6028}" destId="{7000F0F2-143F-4CAE-BA6B-E9C401E5437A}" srcOrd="2" destOrd="0" presId="urn:microsoft.com/office/officeart/2018/2/layout/IconVerticalSolidList"/>
    <dgm:cxn modelId="{03BCB8EB-8D38-49BE-833D-3FA0EAEDB2F0}" type="presParOf" srcId="{922A9066-91F0-4494-8CF8-01F8511B6028}" destId="{AC018808-9CEA-4C61-8875-3E922AA167D7}" srcOrd="3" destOrd="0" presId="urn:microsoft.com/office/officeart/2018/2/layout/IconVerticalSolidList"/>
    <dgm:cxn modelId="{44EEC92E-73C9-4094-82A0-0CD4E4E987A4}" type="presParOf" srcId="{05261D3E-3CC7-4C85-9E09-D67FC777908C}" destId="{CE46B6BD-FA9F-4C65-8E75-D8C24C71657B}" srcOrd="3" destOrd="0" presId="urn:microsoft.com/office/officeart/2018/2/layout/IconVerticalSolidList"/>
    <dgm:cxn modelId="{F7B848E6-2172-45E1-B876-3EA448F0ABB9}" type="presParOf" srcId="{05261D3E-3CC7-4C85-9E09-D67FC777908C}" destId="{390D1410-0CB7-44D5-903C-C35615DE86E1}" srcOrd="4" destOrd="0" presId="urn:microsoft.com/office/officeart/2018/2/layout/IconVerticalSolidList"/>
    <dgm:cxn modelId="{651997FF-E6BF-4283-989E-1A777E59B36B}" type="presParOf" srcId="{390D1410-0CB7-44D5-903C-C35615DE86E1}" destId="{C2FCE80A-DCA0-4D7F-8F72-19CB2337E588}" srcOrd="0" destOrd="0" presId="urn:microsoft.com/office/officeart/2018/2/layout/IconVerticalSolidList"/>
    <dgm:cxn modelId="{49406550-D90F-4C52-BEC4-3DB8EC52D281}" type="presParOf" srcId="{390D1410-0CB7-44D5-903C-C35615DE86E1}" destId="{1B0B9210-632F-4BB5-B140-1FA20D3CF123}" srcOrd="1" destOrd="0" presId="urn:microsoft.com/office/officeart/2018/2/layout/IconVerticalSolidList"/>
    <dgm:cxn modelId="{2212129A-6637-4DA1-AF5B-E290ABDAC805}" type="presParOf" srcId="{390D1410-0CB7-44D5-903C-C35615DE86E1}" destId="{E9B85894-F3EF-4216-9DD4-962DCF409217}" srcOrd="2" destOrd="0" presId="urn:microsoft.com/office/officeart/2018/2/layout/IconVerticalSolidList"/>
    <dgm:cxn modelId="{7113C1DE-D29D-4F8F-A2E3-5C79FBBE21F1}" type="presParOf" srcId="{390D1410-0CB7-44D5-903C-C35615DE86E1}" destId="{3CBA7321-E2AC-48FD-B351-CE3C9A4CE924}" srcOrd="3" destOrd="0" presId="urn:microsoft.com/office/officeart/2018/2/layout/IconVerticalSolidList"/>
    <dgm:cxn modelId="{C30D504C-D4E1-4407-9C71-4E23F08899BC}" type="presParOf" srcId="{05261D3E-3CC7-4C85-9E09-D67FC777908C}" destId="{5E25F319-BBA5-4820-B2FC-14F8D56BF078}" srcOrd="5" destOrd="0" presId="urn:microsoft.com/office/officeart/2018/2/layout/IconVerticalSolidList"/>
    <dgm:cxn modelId="{68F1956D-982C-4305-B3CE-098327B49629}" type="presParOf" srcId="{05261D3E-3CC7-4C85-9E09-D67FC777908C}" destId="{B12160B6-4EC8-4B4D-A1B2-F7F5F2795F75}" srcOrd="6" destOrd="0" presId="urn:microsoft.com/office/officeart/2018/2/layout/IconVerticalSolidList"/>
    <dgm:cxn modelId="{110F84FE-FDDF-4025-BF30-CFBAE9931499}" type="presParOf" srcId="{B12160B6-4EC8-4B4D-A1B2-F7F5F2795F75}" destId="{DB8ABDAA-976A-4A84-A3C3-277080E19DCA}" srcOrd="0" destOrd="0" presId="urn:microsoft.com/office/officeart/2018/2/layout/IconVerticalSolidList"/>
    <dgm:cxn modelId="{15424631-AD05-45E1-9D89-A74FEC4B737E}" type="presParOf" srcId="{B12160B6-4EC8-4B4D-A1B2-F7F5F2795F75}" destId="{D335376E-740A-4A47-BC5B-3381DE731CE0}" srcOrd="1" destOrd="0" presId="urn:microsoft.com/office/officeart/2018/2/layout/IconVerticalSolidList"/>
    <dgm:cxn modelId="{09A2FE1E-4DD9-4925-93A0-177EC76DF204}" type="presParOf" srcId="{B12160B6-4EC8-4B4D-A1B2-F7F5F2795F75}" destId="{BCDE90E0-E45B-4C79-BE60-A53702208276}" srcOrd="2" destOrd="0" presId="urn:microsoft.com/office/officeart/2018/2/layout/IconVerticalSolidList"/>
    <dgm:cxn modelId="{46B9307B-8007-4203-B3E1-241CE64F21DF}" type="presParOf" srcId="{B12160B6-4EC8-4B4D-A1B2-F7F5F2795F75}" destId="{8409F791-340A-4625-9294-3E680D66DB63}" srcOrd="3" destOrd="0" presId="urn:microsoft.com/office/officeart/2018/2/layout/IconVerticalSolidList"/>
    <dgm:cxn modelId="{A1331C8E-2924-43A5-A73B-2691034558FB}" type="presParOf" srcId="{05261D3E-3CC7-4C85-9E09-D67FC777908C}" destId="{D4892BA4-47FA-499C-84FA-3A971E9AFE41}" srcOrd="7" destOrd="0" presId="urn:microsoft.com/office/officeart/2018/2/layout/IconVerticalSolidList"/>
    <dgm:cxn modelId="{59E16CDD-03E3-41E0-B10C-438C40D139E6}" type="presParOf" srcId="{05261D3E-3CC7-4C85-9E09-D67FC777908C}" destId="{A9DA4473-F7AD-4D05-A89E-4317469C9CAC}" srcOrd="8" destOrd="0" presId="urn:microsoft.com/office/officeart/2018/2/layout/IconVerticalSolidList"/>
    <dgm:cxn modelId="{94A8805A-7B59-44F3-9D8B-90A2C3CB1058}" type="presParOf" srcId="{A9DA4473-F7AD-4D05-A89E-4317469C9CAC}" destId="{343A76ED-9DD6-4B0A-830E-16ED952B3D06}" srcOrd="0" destOrd="0" presId="urn:microsoft.com/office/officeart/2018/2/layout/IconVerticalSolidList"/>
    <dgm:cxn modelId="{B77C26D1-05CC-418B-9C8E-EA40E2E12CEA}" type="presParOf" srcId="{A9DA4473-F7AD-4D05-A89E-4317469C9CAC}" destId="{C21BED67-1F13-4312-815B-B5C34DAA27F9}" srcOrd="1" destOrd="0" presId="urn:microsoft.com/office/officeart/2018/2/layout/IconVerticalSolidList"/>
    <dgm:cxn modelId="{A4B92419-E50D-4AD5-A365-598AE48BA32F}" type="presParOf" srcId="{A9DA4473-F7AD-4D05-A89E-4317469C9CAC}" destId="{8854FDB6-04FD-4DEB-9AB6-DDB7E532A353}" srcOrd="2" destOrd="0" presId="urn:microsoft.com/office/officeart/2018/2/layout/IconVerticalSolidList"/>
    <dgm:cxn modelId="{CDD631E2-608E-4B7F-BC6E-4AD068E8F53D}" type="presParOf" srcId="{A9DA4473-F7AD-4D05-A89E-4317469C9CAC}" destId="{9260EF14-C09B-4543-88B7-7F45704CBA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98387-9DF3-4127-A7DE-FCE3F05A3470}">
      <dsp:nvSpPr>
        <dsp:cNvPr id="0" name=""/>
        <dsp:cNvSpPr/>
      </dsp:nvSpPr>
      <dsp:spPr>
        <a:xfrm>
          <a:off x="0" y="4675"/>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B52E1101-E263-4511-8D8F-5A215C912C41}">
      <dsp:nvSpPr>
        <dsp:cNvPr id="0" name=""/>
        <dsp:cNvSpPr/>
      </dsp:nvSpPr>
      <dsp:spPr>
        <a:xfrm>
          <a:off x="301265" y="228757"/>
          <a:ext cx="547756" cy="5477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3ED77-1650-49A8-987A-A13C2A50CEA5}">
      <dsp:nvSpPr>
        <dsp:cNvPr id="0" name=""/>
        <dsp:cNvSpPr/>
      </dsp:nvSpPr>
      <dsp:spPr>
        <a:xfrm>
          <a:off x="1150288" y="4675"/>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Node MCU basics</a:t>
          </a:r>
        </a:p>
      </dsp:txBody>
      <dsp:txXfrm>
        <a:off x="1150288" y="4675"/>
        <a:ext cx="5641034" cy="995920"/>
      </dsp:txXfrm>
    </dsp:sp>
    <dsp:sp modelId="{FA3369E0-5B38-4FDD-A9F5-22B9810A03F7}">
      <dsp:nvSpPr>
        <dsp:cNvPr id="0" name=""/>
        <dsp:cNvSpPr/>
      </dsp:nvSpPr>
      <dsp:spPr>
        <a:xfrm>
          <a:off x="0" y="1249576"/>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FADE9C4E-BFE3-4374-BE2C-676ED238ACF2}">
      <dsp:nvSpPr>
        <dsp:cNvPr id="0" name=""/>
        <dsp:cNvSpPr/>
      </dsp:nvSpPr>
      <dsp:spPr>
        <a:xfrm>
          <a:off x="301265" y="1473658"/>
          <a:ext cx="547756" cy="54775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18808-9CEA-4C61-8875-3E922AA167D7}">
      <dsp:nvSpPr>
        <dsp:cNvPr id="0" name=""/>
        <dsp:cNvSpPr/>
      </dsp:nvSpPr>
      <dsp:spPr>
        <a:xfrm>
          <a:off x="1150288" y="1249576"/>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Sensors and Data Fetching</a:t>
          </a:r>
        </a:p>
      </dsp:txBody>
      <dsp:txXfrm>
        <a:off x="1150288" y="1249576"/>
        <a:ext cx="5641034" cy="995920"/>
      </dsp:txXfrm>
    </dsp:sp>
    <dsp:sp modelId="{DB8ABDAA-976A-4A84-A3C3-277080E19DCA}">
      <dsp:nvSpPr>
        <dsp:cNvPr id="0" name=""/>
        <dsp:cNvSpPr/>
      </dsp:nvSpPr>
      <dsp:spPr>
        <a:xfrm>
          <a:off x="0" y="2494477"/>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D335376E-740A-4A47-BC5B-3381DE731CE0}">
      <dsp:nvSpPr>
        <dsp:cNvPr id="0" name=""/>
        <dsp:cNvSpPr/>
      </dsp:nvSpPr>
      <dsp:spPr>
        <a:xfrm>
          <a:off x="301265" y="2718559"/>
          <a:ext cx="547756" cy="54775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09F791-340A-4625-9294-3E680D66DB63}">
      <dsp:nvSpPr>
        <dsp:cNvPr id="0" name=""/>
        <dsp:cNvSpPr/>
      </dsp:nvSpPr>
      <dsp:spPr>
        <a:xfrm>
          <a:off x="1150288" y="24944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Wi-fi and IOT</a:t>
          </a:r>
        </a:p>
      </dsp:txBody>
      <dsp:txXfrm>
        <a:off x="1150288" y="2494477"/>
        <a:ext cx="5641034" cy="995920"/>
      </dsp:txXfrm>
    </dsp:sp>
    <dsp:sp modelId="{C2FCE80A-DCA0-4D7F-8F72-19CB2337E588}">
      <dsp:nvSpPr>
        <dsp:cNvPr id="0" name=""/>
        <dsp:cNvSpPr/>
      </dsp:nvSpPr>
      <dsp:spPr>
        <a:xfrm>
          <a:off x="0" y="3739377"/>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1B0B9210-632F-4BB5-B140-1FA20D3CF123}">
      <dsp:nvSpPr>
        <dsp:cNvPr id="0" name=""/>
        <dsp:cNvSpPr/>
      </dsp:nvSpPr>
      <dsp:spPr>
        <a:xfrm>
          <a:off x="301265" y="3963460"/>
          <a:ext cx="547756" cy="5477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BA7321-E2AC-48FD-B351-CE3C9A4CE924}">
      <dsp:nvSpPr>
        <dsp:cNvPr id="0" name=""/>
        <dsp:cNvSpPr/>
      </dsp:nvSpPr>
      <dsp:spPr>
        <a:xfrm>
          <a:off x="1150288" y="37393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3</a:t>
          </a:r>
          <a:r>
            <a:rPr lang="en-GB" sz="1900" kern="1200" baseline="30000" noProof="0" dirty="0">
              <a:solidFill>
                <a:schemeClr val="bg1"/>
              </a:solidFill>
            </a:rPr>
            <a:t>rd</a:t>
          </a:r>
          <a:r>
            <a:rPr lang="en-GB" sz="1900" kern="1200" noProof="0" dirty="0">
              <a:solidFill>
                <a:schemeClr val="bg1"/>
              </a:solidFill>
            </a:rPr>
            <a:t> Party Applications</a:t>
          </a:r>
        </a:p>
      </dsp:txBody>
      <dsp:txXfrm>
        <a:off x="1150288" y="3739377"/>
        <a:ext cx="5641034" cy="995920"/>
      </dsp:txXfrm>
    </dsp:sp>
    <dsp:sp modelId="{343A76ED-9DD6-4B0A-830E-16ED952B3D06}">
      <dsp:nvSpPr>
        <dsp:cNvPr id="0" name=""/>
        <dsp:cNvSpPr/>
      </dsp:nvSpPr>
      <dsp:spPr>
        <a:xfrm>
          <a:off x="0" y="4984278"/>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C21BED67-1F13-4312-815B-B5C34DAA27F9}">
      <dsp:nvSpPr>
        <dsp:cNvPr id="0" name=""/>
        <dsp:cNvSpPr/>
      </dsp:nvSpPr>
      <dsp:spPr>
        <a:xfrm>
          <a:off x="301265" y="5208360"/>
          <a:ext cx="547756" cy="5477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60EF14-C09B-4543-88B7-7F45704CBA36}">
      <dsp:nvSpPr>
        <dsp:cNvPr id="0" name=""/>
        <dsp:cNvSpPr/>
      </dsp:nvSpPr>
      <dsp:spPr>
        <a:xfrm>
          <a:off x="1150288" y="4984278"/>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IOT Project</a:t>
          </a:r>
        </a:p>
      </dsp:txBody>
      <dsp:txXfrm>
        <a:off x="1150288" y="4984278"/>
        <a:ext cx="5641034" cy="9959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A872F9-A5B8-4211-9FCD-79722E167124}">
      <dsp:nvSpPr>
        <dsp:cNvPr id="0" name=""/>
        <dsp:cNvSpPr/>
      </dsp:nvSpPr>
      <dsp:spPr>
        <a:xfrm>
          <a:off x="0" y="0"/>
          <a:ext cx="3286125" cy="4351338"/>
        </a:xfrm>
        <a:prstGeom prst="rect">
          <a:avLst/>
        </a:prstGeom>
        <a:solidFill>
          <a:schemeClr val="tx2"/>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rtlCol="0" anchor="t" anchorCtr="0">
          <a:noAutofit/>
        </a:bodyPr>
        <a:lstStyle/>
        <a:p>
          <a:pPr marL="0" lvl="0" indent="0" algn="l" defTabSz="889000" rtl="0">
            <a:lnSpc>
              <a:spcPct val="90000"/>
            </a:lnSpc>
            <a:spcBef>
              <a:spcPct val="0"/>
            </a:spcBef>
            <a:spcAft>
              <a:spcPct val="35000"/>
            </a:spcAft>
            <a:buNone/>
          </a:pPr>
          <a:r>
            <a:rPr lang="en-GB" sz="2000" b="1" kern="1200" noProof="1">
              <a:solidFill>
                <a:schemeClr val="bg1"/>
              </a:solidFill>
            </a:rPr>
            <a:t>HTTP/HTTPS </a:t>
          </a:r>
        </a:p>
        <a:p>
          <a:pPr marL="0" lvl="0" indent="0" algn="l" defTabSz="889000" rtl="0">
            <a:lnSpc>
              <a:spcPct val="90000"/>
            </a:lnSpc>
            <a:spcBef>
              <a:spcPct val="0"/>
            </a:spcBef>
            <a:spcAft>
              <a:spcPct val="35000"/>
            </a:spcAft>
            <a:buNone/>
          </a:pPr>
          <a:r>
            <a:rPr lang="en-GB" sz="1600" kern="1200" noProof="1">
              <a:solidFill>
                <a:schemeClr val="bg1"/>
              </a:solidFill>
            </a:rPr>
            <a:t>- Suited for secure, reliable web communications, particularly where strong security is required, and resource constraints are less of an issue.</a:t>
          </a:r>
        </a:p>
      </dsp:txBody>
      <dsp:txXfrm>
        <a:off x="0" y="1653508"/>
        <a:ext cx="3286125" cy="2610802"/>
      </dsp:txXfrm>
    </dsp:sp>
    <dsp:sp modelId="{8157E768-0524-44F1-8F00-7DF53576D2D6}">
      <dsp:nvSpPr>
        <dsp:cNvPr id="0" name=""/>
        <dsp:cNvSpPr/>
      </dsp:nvSpPr>
      <dsp:spPr>
        <a:xfrm>
          <a:off x="1620204" y="985308"/>
          <a:ext cx="45715" cy="205052"/>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rtlCol="0" anchor="ctr" anchorCtr="0">
          <a:noAutofit/>
        </a:bodyPr>
        <a:lstStyle/>
        <a:p>
          <a:pPr marL="0" lvl="0" indent="0" algn="ctr" defTabSz="622300" rtl="0">
            <a:lnSpc>
              <a:spcPct val="90000"/>
            </a:lnSpc>
            <a:spcBef>
              <a:spcPct val="0"/>
            </a:spcBef>
            <a:spcAft>
              <a:spcPct val="35000"/>
            </a:spcAft>
            <a:buNone/>
          </a:pPr>
          <a:endParaRPr lang="en-GB" sz="1400" kern="1200" dirty="0"/>
        </a:p>
      </dsp:txBody>
      <dsp:txXfrm>
        <a:off x="1620204" y="985308"/>
        <a:ext cx="45715" cy="205052"/>
      </dsp:txXfrm>
    </dsp:sp>
    <dsp:sp modelId="{676D607A-85D2-4EAF-B264-A9D94B61A4FF}">
      <dsp:nvSpPr>
        <dsp:cNvPr id="0" name=""/>
        <dsp:cNvSpPr/>
      </dsp:nvSpPr>
      <dsp:spPr>
        <a:xfrm>
          <a:off x="0" y="4351266"/>
          <a:ext cx="3286125"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95CEBE-1AD7-41D4-9CEE-5BA77CA8C01E}">
      <dsp:nvSpPr>
        <dsp:cNvPr id="0" name=""/>
        <dsp:cNvSpPr/>
      </dsp:nvSpPr>
      <dsp:spPr>
        <a:xfrm>
          <a:off x="3614737" y="0"/>
          <a:ext cx="3286125" cy="4351338"/>
        </a:xfrm>
        <a:prstGeom prst="rect">
          <a:avLst/>
        </a:prstGeom>
        <a:solidFill>
          <a:schemeClr val="tx2"/>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rtlCol="0" anchor="t" anchorCtr="0">
          <a:noAutofit/>
        </a:bodyPr>
        <a:lstStyle/>
        <a:p>
          <a:pPr marL="0" lvl="0" indent="0" algn="l" defTabSz="711200" rtl="0">
            <a:lnSpc>
              <a:spcPct val="90000"/>
            </a:lnSpc>
            <a:spcBef>
              <a:spcPct val="0"/>
            </a:spcBef>
            <a:spcAft>
              <a:spcPct val="35000"/>
            </a:spcAft>
            <a:buNone/>
          </a:pPr>
          <a:r>
            <a:rPr lang="en-GB" sz="2000" b="1" kern="1200" dirty="0">
              <a:solidFill>
                <a:srgbClr val="FFFFFF"/>
              </a:solidFill>
              <a:latin typeface="Calibri"/>
              <a:ea typeface="+mn-ea"/>
              <a:cs typeface="+mn-cs"/>
            </a:rPr>
            <a:t>CoAP</a:t>
          </a:r>
          <a:br>
            <a:rPr lang="en-GB" sz="1600" kern="1200" dirty="0">
              <a:solidFill>
                <a:srgbClr val="FFFFFF"/>
              </a:solidFill>
              <a:latin typeface="Calibri"/>
              <a:ea typeface="+mn-ea"/>
              <a:cs typeface="+mn-cs"/>
            </a:rPr>
          </a:br>
          <a:r>
            <a:rPr lang="en-GB" sz="1600" kern="1200" dirty="0">
              <a:solidFill>
                <a:srgbClr val="FFFFFF"/>
              </a:solidFill>
              <a:latin typeface="Calibri"/>
              <a:ea typeface="+mn-ea"/>
              <a:cs typeface="+mn-cs"/>
            </a:rPr>
            <a:t>- Ideal for constrained devices and networks requiring lightweight, simple request/response communication with basic reliability.</a:t>
          </a:r>
        </a:p>
      </dsp:txBody>
      <dsp:txXfrm>
        <a:off x="3614737" y="1653508"/>
        <a:ext cx="3286125" cy="2610802"/>
      </dsp:txXfrm>
    </dsp:sp>
    <dsp:sp modelId="{AFA09309-0DCE-4477-82D3-AAF980A85A37}">
      <dsp:nvSpPr>
        <dsp:cNvPr id="0" name=""/>
        <dsp:cNvSpPr/>
      </dsp:nvSpPr>
      <dsp:spPr>
        <a:xfrm flipH="1" flipV="1">
          <a:off x="5127625" y="1003492"/>
          <a:ext cx="45715" cy="56758"/>
        </a:xfrm>
        <a:prstGeom prst="ellipse">
          <a:avLst/>
        </a:prstGeom>
        <a:solidFill>
          <a:schemeClr val="tx1"/>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622300" rtl="0">
            <a:lnSpc>
              <a:spcPct val="90000"/>
            </a:lnSpc>
            <a:spcBef>
              <a:spcPct val="0"/>
            </a:spcBef>
            <a:spcAft>
              <a:spcPct val="35000"/>
            </a:spcAft>
            <a:buNone/>
          </a:pPr>
          <a:endParaRPr lang="en-GB" sz="1400" kern="1200" dirty="0"/>
        </a:p>
      </dsp:txBody>
      <dsp:txXfrm rot="10800000">
        <a:off x="5134320" y="1011804"/>
        <a:ext cx="32325" cy="40134"/>
      </dsp:txXfrm>
    </dsp:sp>
    <dsp:sp modelId="{70685E0F-5EC9-4D84-80D5-F2F78DC3CFFC}">
      <dsp:nvSpPr>
        <dsp:cNvPr id="0" name=""/>
        <dsp:cNvSpPr/>
      </dsp:nvSpPr>
      <dsp:spPr>
        <a:xfrm>
          <a:off x="3614737" y="4351266"/>
          <a:ext cx="3286125"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F3868F-681F-4EF9-8B83-F3B0F354A4C4}">
      <dsp:nvSpPr>
        <dsp:cNvPr id="0" name=""/>
        <dsp:cNvSpPr/>
      </dsp:nvSpPr>
      <dsp:spPr>
        <a:xfrm>
          <a:off x="7229475" y="0"/>
          <a:ext cx="3286125" cy="4351338"/>
        </a:xfrm>
        <a:prstGeom prst="rect">
          <a:avLst/>
        </a:prstGeom>
        <a:solidFill>
          <a:schemeClr val="tx2"/>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rtlCol="0" anchor="t" anchorCtr="0">
          <a:noAutofit/>
        </a:bodyPr>
        <a:lstStyle/>
        <a:p>
          <a:pPr marL="0" lvl="0" indent="0" algn="l" defTabSz="711200" rtl="0">
            <a:lnSpc>
              <a:spcPct val="90000"/>
            </a:lnSpc>
            <a:spcBef>
              <a:spcPct val="0"/>
            </a:spcBef>
            <a:spcAft>
              <a:spcPct val="35000"/>
            </a:spcAft>
            <a:buNone/>
          </a:pPr>
          <a:r>
            <a:rPr lang="en-GB" sz="1600" b="1" kern="1200" dirty="0">
              <a:solidFill>
                <a:srgbClr val="FFFFFF"/>
              </a:solidFill>
              <a:latin typeface="Calibri"/>
              <a:ea typeface="+mn-ea"/>
              <a:cs typeface="+mn-cs"/>
            </a:rPr>
            <a:t>MQTT</a:t>
          </a:r>
          <a:br>
            <a:rPr lang="en-GB" sz="1600" kern="1200" dirty="0">
              <a:solidFill>
                <a:srgbClr val="FFFFFF"/>
              </a:solidFill>
              <a:latin typeface="Calibri"/>
              <a:ea typeface="+mn-ea"/>
              <a:cs typeface="+mn-cs"/>
            </a:rPr>
          </a:br>
          <a:r>
            <a:rPr lang="en-GB" sz="1600" kern="1200" dirty="0">
              <a:solidFill>
                <a:srgbClr val="FFFFFF"/>
              </a:solidFill>
              <a:latin typeface="Calibri"/>
              <a:ea typeface="+mn-ea"/>
              <a:cs typeface="+mn-cs"/>
            </a:rPr>
            <a:t>-MQTT(Message Queuing Telemetry Transport) is designed to be extremely lightweight both in terms of bandwidth usage and client implementation. </a:t>
          </a:r>
        </a:p>
      </dsp:txBody>
      <dsp:txXfrm>
        <a:off x="7229475" y="1653508"/>
        <a:ext cx="3286125" cy="2610802"/>
      </dsp:txXfrm>
    </dsp:sp>
    <dsp:sp modelId="{9718E67E-2C8C-4093-AB5F-E3BEFAAEA31B}">
      <dsp:nvSpPr>
        <dsp:cNvPr id="0" name=""/>
        <dsp:cNvSpPr/>
      </dsp:nvSpPr>
      <dsp:spPr>
        <a:xfrm flipV="1">
          <a:off x="8824289" y="1009014"/>
          <a:ext cx="45715" cy="45715"/>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rtlCol="0" anchor="ctr" anchorCtr="0">
          <a:noAutofit/>
        </a:bodyPr>
        <a:lstStyle/>
        <a:p>
          <a:pPr marL="0" lvl="0" indent="0" algn="ctr" defTabSz="622300" rtl="0">
            <a:lnSpc>
              <a:spcPct val="90000"/>
            </a:lnSpc>
            <a:spcBef>
              <a:spcPct val="0"/>
            </a:spcBef>
            <a:spcAft>
              <a:spcPct val="35000"/>
            </a:spcAft>
            <a:buNone/>
          </a:pPr>
          <a:endParaRPr lang="en-GB" sz="1400" kern="1200" dirty="0"/>
        </a:p>
      </dsp:txBody>
      <dsp:txXfrm rot="10800000">
        <a:off x="8824289" y="1009014"/>
        <a:ext cx="45715" cy="45715"/>
      </dsp:txXfrm>
    </dsp:sp>
    <dsp:sp modelId="{13CAC05E-7817-4F00-94BF-9DC0F20DF1D8}">
      <dsp:nvSpPr>
        <dsp:cNvPr id="0" name=""/>
        <dsp:cNvSpPr/>
      </dsp:nvSpPr>
      <dsp:spPr>
        <a:xfrm>
          <a:off x="7229475" y="4351266"/>
          <a:ext cx="3286125" cy="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98387-9DF3-4127-A7DE-FCE3F05A3470}">
      <dsp:nvSpPr>
        <dsp:cNvPr id="0" name=""/>
        <dsp:cNvSpPr/>
      </dsp:nvSpPr>
      <dsp:spPr>
        <a:xfrm>
          <a:off x="0" y="4675"/>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B52E1101-E263-4511-8D8F-5A215C912C41}">
      <dsp:nvSpPr>
        <dsp:cNvPr id="0" name=""/>
        <dsp:cNvSpPr/>
      </dsp:nvSpPr>
      <dsp:spPr>
        <a:xfrm>
          <a:off x="301265" y="228757"/>
          <a:ext cx="547756" cy="5477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3ED77-1650-49A8-987A-A13C2A50CEA5}">
      <dsp:nvSpPr>
        <dsp:cNvPr id="0" name=""/>
        <dsp:cNvSpPr/>
      </dsp:nvSpPr>
      <dsp:spPr>
        <a:xfrm>
          <a:off x="1150288" y="4675"/>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Connect to Wi-Fi</a:t>
          </a:r>
        </a:p>
      </dsp:txBody>
      <dsp:txXfrm>
        <a:off x="1150288" y="4675"/>
        <a:ext cx="5641034" cy="995920"/>
      </dsp:txXfrm>
    </dsp:sp>
    <dsp:sp modelId="{FA3369E0-5B38-4FDD-A9F5-22B9810A03F7}">
      <dsp:nvSpPr>
        <dsp:cNvPr id="0" name=""/>
        <dsp:cNvSpPr/>
      </dsp:nvSpPr>
      <dsp:spPr>
        <a:xfrm>
          <a:off x="0" y="1249576"/>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FADE9C4E-BFE3-4374-BE2C-676ED238ACF2}">
      <dsp:nvSpPr>
        <dsp:cNvPr id="0" name=""/>
        <dsp:cNvSpPr/>
      </dsp:nvSpPr>
      <dsp:spPr>
        <a:xfrm>
          <a:off x="301265" y="1473658"/>
          <a:ext cx="547756" cy="54775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18808-9CEA-4C61-8875-3E922AA167D7}">
      <dsp:nvSpPr>
        <dsp:cNvPr id="0" name=""/>
        <dsp:cNvSpPr/>
      </dsp:nvSpPr>
      <dsp:spPr>
        <a:xfrm>
          <a:off x="1150288" y="1249576"/>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Sensors and Data Fetching</a:t>
          </a:r>
        </a:p>
      </dsp:txBody>
      <dsp:txXfrm>
        <a:off x="1150288" y="1249576"/>
        <a:ext cx="5641034" cy="995920"/>
      </dsp:txXfrm>
    </dsp:sp>
    <dsp:sp modelId="{C2FCE80A-DCA0-4D7F-8F72-19CB2337E588}">
      <dsp:nvSpPr>
        <dsp:cNvPr id="0" name=""/>
        <dsp:cNvSpPr/>
      </dsp:nvSpPr>
      <dsp:spPr>
        <a:xfrm>
          <a:off x="0" y="2494477"/>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1B0B9210-632F-4BB5-B140-1FA20D3CF123}">
      <dsp:nvSpPr>
        <dsp:cNvPr id="0" name=""/>
        <dsp:cNvSpPr/>
      </dsp:nvSpPr>
      <dsp:spPr>
        <a:xfrm>
          <a:off x="301265" y="2718559"/>
          <a:ext cx="547756" cy="5477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BA7321-E2AC-48FD-B351-CE3C9A4CE924}">
      <dsp:nvSpPr>
        <dsp:cNvPr id="0" name=""/>
        <dsp:cNvSpPr/>
      </dsp:nvSpPr>
      <dsp:spPr>
        <a:xfrm>
          <a:off x="1150288" y="24944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Basic HTML and CSS</a:t>
          </a:r>
        </a:p>
      </dsp:txBody>
      <dsp:txXfrm>
        <a:off x="1150288" y="2494477"/>
        <a:ext cx="5641034" cy="995920"/>
      </dsp:txXfrm>
    </dsp:sp>
    <dsp:sp modelId="{DB8ABDAA-976A-4A84-A3C3-277080E19DCA}">
      <dsp:nvSpPr>
        <dsp:cNvPr id="0" name=""/>
        <dsp:cNvSpPr/>
      </dsp:nvSpPr>
      <dsp:spPr>
        <a:xfrm>
          <a:off x="0" y="3739377"/>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D335376E-740A-4A47-BC5B-3381DE731CE0}">
      <dsp:nvSpPr>
        <dsp:cNvPr id="0" name=""/>
        <dsp:cNvSpPr/>
      </dsp:nvSpPr>
      <dsp:spPr>
        <a:xfrm>
          <a:off x="301265" y="3963460"/>
          <a:ext cx="547756" cy="5477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09F791-340A-4625-9294-3E680D66DB63}">
      <dsp:nvSpPr>
        <dsp:cNvPr id="0" name=""/>
        <dsp:cNvSpPr/>
      </dsp:nvSpPr>
      <dsp:spPr>
        <a:xfrm>
          <a:off x="1150288" y="37393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Start Webserver</a:t>
          </a:r>
        </a:p>
      </dsp:txBody>
      <dsp:txXfrm>
        <a:off x="1150288" y="3739377"/>
        <a:ext cx="5641034" cy="995920"/>
      </dsp:txXfrm>
    </dsp:sp>
    <dsp:sp modelId="{343A76ED-9DD6-4B0A-830E-16ED952B3D06}">
      <dsp:nvSpPr>
        <dsp:cNvPr id="0" name=""/>
        <dsp:cNvSpPr/>
      </dsp:nvSpPr>
      <dsp:spPr>
        <a:xfrm>
          <a:off x="0" y="4984278"/>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C21BED67-1F13-4312-815B-B5C34DAA27F9}">
      <dsp:nvSpPr>
        <dsp:cNvPr id="0" name=""/>
        <dsp:cNvSpPr/>
      </dsp:nvSpPr>
      <dsp:spPr>
        <a:xfrm>
          <a:off x="301265" y="5208360"/>
          <a:ext cx="547756" cy="5477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60EF14-C09B-4543-88B7-7F45704CBA36}">
      <dsp:nvSpPr>
        <dsp:cNvPr id="0" name=""/>
        <dsp:cNvSpPr/>
      </dsp:nvSpPr>
      <dsp:spPr>
        <a:xfrm>
          <a:off x="1150288" y="4984278"/>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Handle</a:t>
          </a:r>
          <a:r>
            <a:rPr lang="en-GB" sz="1900" kern="1200" baseline="0" noProof="0" dirty="0">
              <a:solidFill>
                <a:schemeClr val="bg1"/>
              </a:solidFill>
            </a:rPr>
            <a:t> Requests</a:t>
          </a:r>
          <a:endParaRPr lang="en-GB" sz="1900" kern="1200" noProof="0" dirty="0">
            <a:solidFill>
              <a:schemeClr val="bg1"/>
            </a:solidFill>
          </a:endParaRPr>
        </a:p>
      </dsp:txBody>
      <dsp:txXfrm>
        <a:off x="1150288" y="4984278"/>
        <a:ext cx="5641034" cy="9959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98387-9DF3-4127-A7DE-FCE3F05A3470}">
      <dsp:nvSpPr>
        <dsp:cNvPr id="0" name=""/>
        <dsp:cNvSpPr/>
      </dsp:nvSpPr>
      <dsp:spPr>
        <a:xfrm>
          <a:off x="0" y="4675"/>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B52E1101-E263-4511-8D8F-5A215C912C41}">
      <dsp:nvSpPr>
        <dsp:cNvPr id="0" name=""/>
        <dsp:cNvSpPr/>
      </dsp:nvSpPr>
      <dsp:spPr>
        <a:xfrm>
          <a:off x="301265" y="228757"/>
          <a:ext cx="547756" cy="5477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3ED77-1650-49A8-987A-A13C2A50CEA5}">
      <dsp:nvSpPr>
        <dsp:cNvPr id="0" name=""/>
        <dsp:cNvSpPr/>
      </dsp:nvSpPr>
      <dsp:spPr>
        <a:xfrm>
          <a:off x="1150288" y="4675"/>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Connect to Wi-Fi</a:t>
          </a:r>
        </a:p>
      </dsp:txBody>
      <dsp:txXfrm>
        <a:off x="1150288" y="4675"/>
        <a:ext cx="5641034" cy="995920"/>
      </dsp:txXfrm>
    </dsp:sp>
    <dsp:sp modelId="{FA3369E0-5B38-4FDD-A9F5-22B9810A03F7}">
      <dsp:nvSpPr>
        <dsp:cNvPr id="0" name=""/>
        <dsp:cNvSpPr/>
      </dsp:nvSpPr>
      <dsp:spPr>
        <a:xfrm>
          <a:off x="0" y="1249576"/>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FADE9C4E-BFE3-4374-BE2C-676ED238ACF2}">
      <dsp:nvSpPr>
        <dsp:cNvPr id="0" name=""/>
        <dsp:cNvSpPr/>
      </dsp:nvSpPr>
      <dsp:spPr>
        <a:xfrm>
          <a:off x="301265" y="1473658"/>
          <a:ext cx="547756" cy="54775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18808-9CEA-4C61-8875-3E922AA167D7}">
      <dsp:nvSpPr>
        <dsp:cNvPr id="0" name=""/>
        <dsp:cNvSpPr/>
      </dsp:nvSpPr>
      <dsp:spPr>
        <a:xfrm>
          <a:off x="1150288" y="1249576"/>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Sensors and Data Fetching</a:t>
          </a:r>
        </a:p>
      </dsp:txBody>
      <dsp:txXfrm>
        <a:off x="1150288" y="1249576"/>
        <a:ext cx="5641034" cy="995920"/>
      </dsp:txXfrm>
    </dsp:sp>
    <dsp:sp modelId="{C2FCE80A-DCA0-4D7F-8F72-19CB2337E588}">
      <dsp:nvSpPr>
        <dsp:cNvPr id="0" name=""/>
        <dsp:cNvSpPr/>
      </dsp:nvSpPr>
      <dsp:spPr>
        <a:xfrm>
          <a:off x="0" y="2494477"/>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1B0B9210-632F-4BB5-B140-1FA20D3CF123}">
      <dsp:nvSpPr>
        <dsp:cNvPr id="0" name=""/>
        <dsp:cNvSpPr/>
      </dsp:nvSpPr>
      <dsp:spPr>
        <a:xfrm>
          <a:off x="301265" y="2718559"/>
          <a:ext cx="547756" cy="5477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BA7321-E2AC-48FD-B351-CE3C9A4CE924}">
      <dsp:nvSpPr>
        <dsp:cNvPr id="0" name=""/>
        <dsp:cNvSpPr/>
      </dsp:nvSpPr>
      <dsp:spPr>
        <a:xfrm>
          <a:off x="1150288" y="24944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Basic HTML and CSS</a:t>
          </a:r>
        </a:p>
      </dsp:txBody>
      <dsp:txXfrm>
        <a:off x="1150288" y="2494477"/>
        <a:ext cx="5641034" cy="995920"/>
      </dsp:txXfrm>
    </dsp:sp>
    <dsp:sp modelId="{DB8ABDAA-976A-4A84-A3C3-277080E19DCA}">
      <dsp:nvSpPr>
        <dsp:cNvPr id="0" name=""/>
        <dsp:cNvSpPr/>
      </dsp:nvSpPr>
      <dsp:spPr>
        <a:xfrm>
          <a:off x="0" y="3739377"/>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D335376E-740A-4A47-BC5B-3381DE731CE0}">
      <dsp:nvSpPr>
        <dsp:cNvPr id="0" name=""/>
        <dsp:cNvSpPr/>
      </dsp:nvSpPr>
      <dsp:spPr>
        <a:xfrm>
          <a:off x="301265" y="3963460"/>
          <a:ext cx="547756" cy="5477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09F791-340A-4625-9294-3E680D66DB63}">
      <dsp:nvSpPr>
        <dsp:cNvPr id="0" name=""/>
        <dsp:cNvSpPr/>
      </dsp:nvSpPr>
      <dsp:spPr>
        <a:xfrm>
          <a:off x="1150288" y="37393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Start Webserver</a:t>
          </a:r>
        </a:p>
      </dsp:txBody>
      <dsp:txXfrm>
        <a:off x="1150288" y="3739377"/>
        <a:ext cx="5641034" cy="995920"/>
      </dsp:txXfrm>
    </dsp:sp>
    <dsp:sp modelId="{343A76ED-9DD6-4B0A-830E-16ED952B3D06}">
      <dsp:nvSpPr>
        <dsp:cNvPr id="0" name=""/>
        <dsp:cNvSpPr/>
      </dsp:nvSpPr>
      <dsp:spPr>
        <a:xfrm>
          <a:off x="0" y="4984278"/>
          <a:ext cx="6791323" cy="995920"/>
        </a:xfrm>
        <a:prstGeom prst="rect">
          <a:avLst/>
        </a:prstGeom>
        <a:solidFill>
          <a:schemeClr val="tx2"/>
        </a:solidFill>
        <a:ln>
          <a:noFill/>
        </a:ln>
        <a:effectLst/>
      </dsp:spPr>
      <dsp:style>
        <a:lnRef idx="0">
          <a:scrgbClr r="0" g="0" b="0"/>
        </a:lnRef>
        <a:fillRef idx="1">
          <a:scrgbClr r="0" g="0" b="0"/>
        </a:fillRef>
        <a:effectRef idx="0">
          <a:scrgbClr r="0" g="0" b="0"/>
        </a:effectRef>
        <a:fontRef idx="minor"/>
      </dsp:style>
    </dsp:sp>
    <dsp:sp modelId="{C21BED67-1F13-4312-815B-B5C34DAA27F9}">
      <dsp:nvSpPr>
        <dsp:cNvPr id="0" name=""/>
        <dsp:cNvSpPr/>
      </dsp:nvSpPr>
      <dsp:spPr>
        <a:xfrm>
          <a:off x="301265" y="5208360"/>
          <a:ext cx="547756" cy="5477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60EF14-C09B-4543-88B7-7F45704CBA36}">
      <dsp:nvSpPr>
        <dsp:cNvPr id="0" name=""/>
        <dsp:cNvSpPr/>
      </dsp:nvSpPr>
      <dsp:spPr>
        <a:xfrm>
          <a:off x="1150288" y="4984278"/>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rtlCol="0" anchor="ctr" anchorCtr="0">
          <a:noAutofit/>
        </a:bodyPr>
        <a:lstStyle/>
        <a:p>
          <a:pPr marL="0" lvl="0" indent="0" algn="l" defTabSz="844550">
            <a:lnSpc>
              <a:spcPct val="100000"/>
            </a:lnSpc>
            <a:spcBef>
              <a:spcPct val="0"/>
            </a:spcBef>
            <a:spcAft>
              <a:spcPct val="35000"/>
            </a:spcAft>
            <a:buNone/>
          </a:pPr>
          <a:r>
            <a:rPr lang="en-GB" sz="1900" kern="1200" noProof="0" dirty="0">
              <a:solidFill>
                <a:schemeClr val="bg1"/>
              </a:solidFill>
            </a:rPr>
            <a:t>Handle</a:t>
          </a:r>
          <a:r>
            <a:rPr lang="en-GB" sz="1900" kern="1200" baseline="0" noProof="0" dirty="0">
              <a:solidFill>
                <a:schemeClr val="bg1"/>
              </a:solidFill>
            </a:rPr>
            <a:t> Requests</a:t>
          </a:r>
          <a:endParaRPr lang="en-GB" sz="1900" kern="1200" noProof="0" dirty="0">
            <a:solidFill>
              <a:schemeClr val="bg1"/>
            </a:solidFill>
          </a:endParaRPr>
        </a:p>
      </dsp:txBody>
      <dsp:txXfrm>
        <a:off x="1150288" y="4984278"/>
        <a:ext cx="5641034" cy="99592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LinProcess3">
  <dgm:title val="Basic Linear Process"/>
  <dgm:desc val=""/>
  <dgm:catLst>
    <dgm:cat type="list" pri="500"/>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2A0E93-0B7A-5C13-635B-5AE1B20578C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5BDAA9B-F31D-35E6-E5AA-06E8EC5B0FC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F73E4D-7563-4F76-ADC9-0F66D036A5B9}" type="datetime1">
              <a:rPr lang="en-GB" smtClean="0"/>
              <a:t>01/07/2024</a:t>
            </a:fld>
            <a:endParaRPr lang="en-GB"/>
          </a:p>
        </p:txBody>
      </p:sp>
      <p:sp>
        <p:nvSpPr>
          <p:cNvPr id="4" name="Footer Placeholder 3">
            <a:extLst>
              <a:ext uri="{FF2B5EF4-FFF2-40B4-BE49-F238E27FC236}">
                <a16:creationId xmlns:a16="http://schemas.microsoft.com/office/drawing/2014/main" id="{08F2F590-9A29-EF28-537E-2046C8BF7F1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64437D7-79BA-7C86-1334-150D38FAE5F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2463FD1-D84F-4509-80AB-376580843BF9}" type="slidenum">
              <a:rPr lang="en-GB" smtClean="0"/>
              <a:t>‹#›</a:t>
            </a:fld>
            <a:endParaRPr lang="en-GB"/>
          </a:p>
        </p:txBody>
      </p:sp>
    </p:spTree>
    <p:extLst>
      <p:ext uri="{BB962C8B-B14F-4D97-AF65-F5344CB8AC3E}">
        <p14:creationId xmlns:p14="http://schemas.microsoft.com/office/powerpoint/2010/main" val="2803861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5406514E-C3AA-4F57-9A80-A62F44B69B3C}" type="datetime1">
              <a:rPr lang="en-GB" noProof="0" smtClean="0"/>
              <a:t>01/07/2024</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3F28A1F-3E69-47E5-AE93-E7F2155A242D}" type="slidenum">
              <a:rPr lang="en-GB" noProof="0" smtClean="0"/>
              <a:t>‹#›</a:t>
            </a:fld>
            <a:endParaRPr lang="en-GB" noProof="0"/>
          </a:p>
        </p:txBody>
      </p:sp>
    </p:spTree>
    <p:extLst>
      <p:ext uri="{BB962C8B-B14F-4D97-AF65-F5344CB8AC3E}">
        <p14:creationId xmlns:p14="http://schemas.microsoft.com/office/powerpoint/2010/main" val="207593327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1</a:t>
            </a:fld>
            <a:endParaRPr lang="en-GB"/>
          </a:p>
        </p:txBody>
      </p:sp>
    </p:spTree>
    <p:extLst>
      <p:ext uri="{BB962C8B-B14F-4D97-AF65-F5344CB8AC3E}">
        <p14:creationId xmlns:p14="http://schemas.microsoft.com/office/powerpoint/2010/main" val="3262130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2</a:t>
            </a:fld>
            <a:endParaRPr lang="en-GB"/>
          </a:p>
        </p:txBody>
      </p:sp>
    </p:spTree>
    <p:extLst>
      <p:ext uri="{BB962C8B-B14F-4D97-AF65-F5344CB8AC3E}">
        <p14:creationId xmlns:p14="http://schemas.microsoft.com/office/powerpoint/2010/main" val="4094949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3</a:t>
            </a:fld>
            <a:endParaRPr lang="en-GB"/>
          </a:p>
        </p:txBody>
      </p:sp>
    </p:spTree>
    <p:extLst>
      <p:ext uri="{BB962C8B-B14F-4D97-AF65-F5344CB8AC3E}">
        <p14:creationId xmlns:p14="http://schemas.microsoft.com/office/powerpoint/2010/main" val="3447199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4</a:t>
            </a:fld>
            <a:endParaRPr lang="en-GB"/>
          </a:p>
        </p:txBody>
      </p:sp>
    </p:spTree>
    <p:extLst>
      <p:ext uri="{BB962C8B-B14F-4D97-AF65-F5344CB8AC3E}">
        <p14:creationId xmlns:p14="http://schemas.microsoft.com/office/powerpoint/2010/main" val="2544667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5</a:t>
            </a:fld>
            <a:endParaRPr lang="en-GB"/>
          </a:p>
        </p:txBody>
      </p:sp>
    </p:spTree>
    <p:extLst>
      <p:ext uri="{BB962C8B-B14F-4D97-AF65-F5344CB8AC3E}">
        <p14:creationId xmlns:p14="http://schemas.microsoft.com/office/powerpoint/2010/main" val="3960929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6</a:t>
            </a:fld>
            <a:endParaRPr lang="en-GB"/>
          </a:p>
        </p:txBody>
      </p:sp>
    </p:spTree>
    <p:extLst>
      <p:ext uri="{BB962C8B-B14F-4D97-AF65-F5344CB8AC3E}">
        <p14:creationId xmlns:p14="http://schemas.microsoft.com/office/powerpoint/2010/main" val="383399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D3F28A1F-3E69-47E5-AE93-E7F2155A242D}" type="slidenum">
              <a:rPr lang="en-GB" smtClean="0"/>
              <a:t>7</a:t>
            </a:fld>
            <a:endParaRPr lang="en-GB"/>
          </a:p>
        </p:txBody>
      </p:sp>
    </p:spTree>
    <p:extLst>
      <p:ext uri="{BB962C8B-B14F-4D97-AF65-F5344CB8AC3E}">
        <p14:creationId xmlns:p14="http://schemas.microsoft.com/office/powerpoint/2010/main" val="1366763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8</a:t>
            </a:fld>
            <a:endParaRPr lang="en-GB"/>
          </a:p>
        </p:txBody>
      </p:sp>
    </p:spTree>
    <p:extLst>
      <p:ext uri="{BB962C8B-B14F-4D97-AF65-F5344CB8AC3E}">
        <p14:creationId xmlns:p14="http://schemas.microsoft.com/office/powerpoint/2010/main" val="2949839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9</a:t>
            </a:fld>
            <a:endParaRPr lang="en-GB"/>
          </a:p>
        </p:txBody>
      </p:sp>
    </p:spTree>
    <p:extLst>
      <p:ext uri="{BB962C8B-B14F-4D97-AF65-F5344CB8AC3E}">
        <p14:creationId xmlns:p14="http://schemas.microsoft.com/office/powerpoint/2010/main" val="24662534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10</a:t>
            </a:fld>
            <a:endParaRPr lang="en-GB"/>
          </a:p>
        </p:txBody>
      </p:sp>
    </p:spTree>
    <p:extLst>
      <p:ext uri="{BB962C8B-B14F-4D97-AF65-F5344CB8AC3E}">
        <p14:creationId xmlns:p14="http://schemas.microsoft.com/office/powerpoint/2010/main" val="38713640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6DC51814-3B91-4036-94D2-3977634EE214}" type="slidenum">
              <a:rPr lang="en-GB" smtClean="0"/>
              <a:t>11</a:t>
            </a:fld>
            <a:endParaRPr lang="en-GB"/>
          </a:p>
        </p:txBody>
      </p:sp>
    </p:spTree>
    <p:extLst>
      <p:ext uri="{BB962C8B-B14F-4D97-AF65-F5344CB8AC3E}">
        <p14:creationId xmlns:p14="http://schemas.microsoft.com/office/powerpoint/2010/main" val="3912976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12</a:t>
            </a:fld>
            <a:endParaRPr lang="en-GB"/>
          </a:p>
        </p:txBody>
      </p:sp>
    </p:spTree>
    <p:extLst>
      <p:ext uri="{BB962C8B-B14F-4D97-AF65-F5344CB8AC3E}">
        <p14:creationId xmlns:p14="http://schemas.microsoft.com/office/powerpoint/2010/main" val="33582215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13</a:t>
            </a:fld>
            <a:endParaRPr lang="en-GB"/>
          </a:p>
        </p:txBody>
      </p:sp>
    </p:spTree>
    <p:extLst>
      <p:ext uri="{BB962C8B-B14F-4D97-AF65-F5344CB8AC3E}">
        <p14:creationId xmlns:p14="http://schemas.microsoft.com/office/powerpoint/2010/main" val="33248695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14</a:t>
            </a:fld>
            <a:endParaRPr lang="en-GB"/>
          </a:p>
        </p:txBody>
      </p:sp>
    </p:spTree>
    <p:extLst>
      <p:ext uri="{BB962C8B-B14F-4D97-AF65-F5344CB8AC3E}">
        <p14:creationId xmlns:p14="http://schemas.microsoft.com/office/powerpoint/2010/main" val="29605267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15</a:t>
            </a:fld>
            <a:endParaRPr lang="en-GB"/>
          </a:p>
        </p:txBody>
      </p:sp>
    </p:spTree>
    <p:extLst>
      <p:ext uri="{BB962C8B-B14F-4D97-AF65-F5344CB8AC3E}">
        <p14:creationId xmlns:p14="http://schemas.microsoft.com/office/powerpoint/2010/main" val="3148940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16</a:t>
            </a:fld>
            <a:endParaRPr lang="en-GB"/>
          </a:p>
        </p:txBody>
      </p:sp>
    </p:spTree>
    <p:extLst>
      <p:ext uri="{BB962C8B-B14F-4D97-AF65-F5344CB8AC3E}">
        <p14:creationId xmlns:p14="http://schemas.microsoft.com/office/powerpoint/2010/main" val="3093140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17</a:t>
            </a:fld>
            <a:endParaRPr lang="en-GB"/>
          </a:p>
        </p:txBody>
      </p:sp>
    </p:spTree>
    <p:extLst>
      <p:ext uri="{BB962C8B-B14F-4D97-AF65-F5344CB8AC3E}">
        <p14:creationId xmlns:p14="http://schemas.microsoft.com/office/powerpoint/2010/main" val="32621306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18</a:t>
            </a:fld>
            <a:endParaRPr lang="en-GB"/>
          </a:p>
        </p:txBody>
      </p:sp>
    </p:spTree>
    <p:extLst>
      <p:ext uri="{BB962C8B-B14F-4D97-AF65-F5344CB8AC3E}">
        <p14:creationId xmlns:p14="http://schemas.microsoft.com/office/powerpoint/2010/main" val="22994326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19</a:t>
            </a:fld>
            <a:endParaRPr lang="en-GB"/>
          </a:p>
        </p:txBody>
      </p:sp>
    </p:spTree>
    <p:extLst>
      <p:ext uri="{BB962C8B-B14F-4D97-AF65-F5344CB8AC3E}">
        <p14:creationId xmlns:p14="http://schemas.microsoft.com/office/powerpoint/2010/main" val="24251177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228B34ED-4CDD-41C9-90F7-D768D5559A6F}" type="slidenum">
              <a:rPr lang="en-GB" smtClean="0"/>
              <a:t>20</a:t>
            </a:fld>
            <a:endParaRPr lang="en-GB"/>
          </a:p>
        </p:txBody>
      </p:sp>
    </p:spTree>
    <p:extLst>
      <p:ext uri="{BB962C8B-B14F-4D97-AF65-F5344CB8AC3E}">
        <p14:creationId xmlns:p14="http://schemas.microsoft.com/office/powerpoint/2010/main" val="3552508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21</a:t>
            </a:fld>
            <a:endParaRPr lang="en-GB"/>
          </a:p>
        </p:txBody>
      </p:sp>
    </p:spTree>
    <p:extLst>
      <p:ext uri="{BB962C8B-B14F-4D97-AF65-F5344CB8AC3E}">
        <p14:creationId xmlns:p14="http://schemas.microsoft.com/office/powerpoint/2010/main" val="754983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228B34ED-4CDD-41C9-90F7-D768D5559A6F}" type="slidenum">
              <a:rPr lang="en-GB" smtClean="0"/>
              <a:t>22</a:t>
            </a:fld>
            <a:endParaRPr lang="en-GB"/>
          </a:p>
        </p:txBody>
      </p:sp>
    </p:spTree>
    <p:extLst>
      <p:ext uri="{BB962C8B-B14F-4D97-AF65-F5344CB8AC3E}">
        <p14:creationId xmlns:p14="http://schemas.microsoft.com/office/powerpoint/2010/main" val="10221231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23</a:t>
            </a:fld>
            <a:endParaRPr lang="en-GB"/>
          </a:p>
        </p:txBody>
      </p:sp>
    </p:spTree>
    <p:extLst>
      <p:ext uri="{BB962C8B-B14F-4D97-AF65-F5344CB8AC3E}">
        <p14:creationId xmlns:p14="http://schemas.microsoft.com/office/powerpoint/2010/main" val="463158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D3F28A1F-3E69-47E5-AE93-E7F2155A242D}" type="slidenum">
              <a:rPr lang="en-GB" smtClean="0"/>
              <a:t>24</a:t>
            </a:fld>
            <a:endParaRPr lang="en-GB"/>
          </a:p>
        </p:txBody>
      </p:sp>
    </p:spTree>
    <p:extLst>
      <p:ext uri="{BB962C8B-B14F-4D97-AF65-F5344CB8AC3E}">
        <p14:creationId xmlns:p14="http://schemas.microsoft.com/office/powerpoint/2010/main" val="30832670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25</a:t>
            </a:fld>
            <a:endParaRPr lang="en-GB"/>
          </a:p>
        </p:txBody>
      </p:sp>
    </p:spTree>
    <p:extLst>
      <p:ext uri="{BB962C8B-B14F-4D97-AF65-F5344CB8AC3E}">
        <p14:creationId xmlns:p14="http://schemas.microsoft.com/office/powerpoint/2010/main" val="32617855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D3F28A1F-3E69-47E5-AE93-E7F2155A242D}" type="slidenum">
              <a:rPr lang="en-GB" smtClean="0"/>
              <a:t>26</a:t>
            </a:fld>
            <a:endParaRPr lang="en-GB"/>
          </a:p>
        </p:txBody>
      </p:sp>
    </p:spTree>
    <p:extLst>
      <p:ext uri="{BB962C8B-B14F-4D97-AF65-F5344CB8AC3E}">
        <p14:creationId xmlns:p14="http://schemas.microsoft.com/office/powerpoint/2010/main" val="23879873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27</a:t>
            </a:fld>
            <a:endParaRPr lang="en-GB"/>
          </a:p>
        </p:txBody>
      </p:sp>
    </p:spTree>
    <p:extLst>
      <p:ext uri="{BB962C8B-B14F-4D97-AF65-F5344CB8AC3E}">
        <p14:creationId xmlns:p14="http://schemas.microsoft.com/office/powerpoint/2010/main" val="12103790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D3F28A1F-3E69-47E5-AE93-E7F2155A242D}" type="slidenum">
              <a:rPr lang="en-GB" smtClean="0"/>
              <a:t>28</a:t>
            </a:fld>
            <a:endParaRPr lang="en-GB"/>
          </a:p>
        </p:txBody>
      </p:sp>
    </p:spTree>
    <p:extLst>
      <p:ext uri="{BB962C8B-B14F-4D97-AF65-F5344CB8AC3E}">
        <p14:creationId xmlns:p14="http://schemas.microsoft.com/office/powerpoint/2010/main" val="12314843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29</a:t>
            </a:fld>
            <a:endParaRPr lang="en-GB"/>
          </a:p>
        </p:txBody>
      </p:sp>
    </p:spTree>
    <p:extLst>
      <p:ext uri="{BB962C8B-B14F-4D97-AF65-F5344CB8AC3E}">
        <p14:creationId xmlns:p14="http://schemas.microsoft.com/office/powerpoint/2010/main" val="34215829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30</a:t>
            </a:fld>
            <a:endParaRPr lang="en-GB"/>
          </a:p>
        </p:txBody>
      </p:sp>
    </p:spTree>
    <p:extLst>
      <p:ext uri="{BB962C8B-B14F-4D97-AF65-F5344CB8AC3E}">
        <p14:creationId xmlns:p14="http://schemas.microsoft.com/office/powerpoint/2010/main" val="41048716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D3F28A1F-3E69-47E5-AE93-E7F2155A242D}" type="slidenum">
              <a:rPr lang="en-GB" smtClean="0"/>
              <a:t>31</a:t>
            </a:fld>
            <a:endParaRPr lang="en-GB"/>
          </a:p>
        </p:txBody>
      </p:sp>
    </p:spTree>
    <p:extLst>
      <p:ext uri="{BB962C8B-B14F-4D97-AF65-F5344CB8AC3E}">
        <p14:creationId xmlns:p14="http://schemas.microsoft.com/office/powerpoint/2010/main" val="25407426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32</a:t>
            </a:fld>
            <a:endParaRPr lang="en-GB"/>
          </a:p>
        </p:txBody>
      </p:sp>
    </p:spTree>
    <p:extLst>
      <p:ext uri="{BB962C8B-B14F-4D97-AF65-F5344CB8AC3E}">
        <p14:creationId xmlns:p14="http://schemas.microsoft.com/office/powerpoint/2010/main" val="7307204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6DC51814-3B91-4036-94D2-3977634EE214}" type="slidenum">
              <a:rPr lang="en-GB" smtClean="0"/>
              <a:t>33</a:t>
            </a:fld>
            <a:endParaRPr lang="en-GB"/>
          </a:p>
        </p:txBody>
      </p:sp>
    </p:spTree>
    <p:extLst>
      <p:ext uri="{BB962C8B-B14F-4D97-AF65-F5344CB8AC3E}">
        <p14:creationId xmlns:p14="http://schemas.microsoft.com/office/powerpoint/2010/main" val="2461335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D3F28A1F-3E69-47E5-AE93-E7F2155A242D}" type="slidenum">
              <a:rPr lang="en-GB" smtClean="0"/>
              <a:t>34</a:t>
            </a:fld>
            <a:endParaRPr lang="en-GB"/>
          </a:p>
        </p:txBody>
      </p:sp>
    </p:spTree>
    <p:extLst>
      <p:ext uri="{BB962C8B-B14F-4D97-AF65-F5344CB8AC3E}">
        <p14:creationId xmlns:p14="http://schemas.microsoft.com/office/powerpoint/2010/main" val="41800818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3F28A1F-3E69-47E5-AE93-E7F2155A242D}" type="slidenum">
              <a:rPr lang="en-GB" smtClean="0"/>
              <a:t>35</a:t>
            </a:fld>
            <a:endParaRPr lang="en-GB"/>
          </a:p>
        </p:txBody>
      </p:sp>
    </p:spTree>
    <p:extLst>
      <p:ext uri="{BB962C8B-B14F-4D97-AF65-F5344CB8AC3E}">
        <p14:creationId xmlns:p14="http://schemas.microsoft.com/office/powerpoint/2010/main" val="298957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rtlCol="0" anchor="b">
            <a:noAutofit/>
          </a:bodyPr>
          <a:lstStyle>
            <a:lvl1pPr>
              <a:lnSpc>
                <a:spcPct val="70000"/>
              </a:lnSpc>
              <a:defRPr sz="7200" spc="-300"/>
            </a:lvl1pPr>
          </a:lstStyle>
          <a:p>
            <a:pPr rtl="0"/>
            <a:r>
              <a:rPr lang="en-US" noProof="0"/>
              <a:t>Click to edit Master title style</a:t>
            </a:r>
            <a:endParaRPr lang="en-GB" noProof="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2226532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rtlCol="0" anchor="b">
            <a:noAutofit/>
          </a:bodyPr>
          <a:lstStyle>
            <a:lvl1pPr>
              <a:lnSpc>
                <a:spcPct val="70000"/>
              </a:lnSpc>
              <a:defRPr sz="7200" spc="-300"/>
            </a:lvl1pPr>
          </a:lstStyle>
          <a:p>
            <a:pPr rtl="0"/>
            <a:r>
              <a:rPr lang="en-US" noProof="0"/>
              <a:t>Click to edit Master title style</a:t>
            </a:r>
            <a:endParaRPr lang="en-GB" noProof="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
        <p:nvSpPr>
          <p:cNvPr id="8" name="Picture Placeholder 2">
            <a:extLst>
              <a:ext uri="{FF2B5EF4-FFF2-40B4-BE49-F238E27FC236}">
                <a16:creationId xmlns:a16="http://schemas.microsoft.com/office/drawing/2014/main" id="{2641ECAC-0557-4843-8433-067E4414E2F5}"/>
              </a:ext>
            </a:extLst>
          </p:cNvPr>
          <p:cNvSpPr>
            <a:spLocks noGrp="1"/>
          </p:cNvSpPr>
          <p:nvPr>
            <p:ph type="pic" idx="1" hasCustomPrompt="1"/>
          </p:nvPr>
        </p:nvSpPr>
        <p:spPr>
          <a:xfrm>
            <a:off x="-1" y="0"/>
            <a:ext cx="7512001" cy="6727855"/>
          </a:xfrm>
          <a:solidFill>
            <a:schemeClr val="tx1">
              <a:lumMod val="85000"/>
              <a:lumOff val="15000"/>
            </a:schemeClr>
          </a:solidFill>
        </p:spPr>
        <p:txBody>
          <a:bodyPr rtlCol="0"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GB" noProof="0"/>
              <a:t>Insert Your Picture Here</a:t>
            </a:r>
          </a:p>
        </p:txBody>
      </p:sp>
    </p:spTree>
    <p:extLst>
      <p:ext uri="{BB962C8B-B14F-4D97-AF65-F5344CB8AC3E}">
        <p14:creationId xmlns:p14="http://schemas.microsoft.com/office/powerpoint/2010/main" val="339438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6"/>
            <a:ext cx="6273800" cy="833663"/>
          </a:xfrm>
          <a:solidFill>
            <a:schemeClr val="accent2">
              <a:lumMod val="50000"/>
            </a:schemeClr>
          </a:solidFill>
        </p:spPr>
        <p:txBody>
          <a:bodyPr tIns="108000" bIns="108000" rtlCol="0">
            <a:spAutoFit/>
          </a:bodyPr>
          <a:lstStyle>
            <a:lvl1pPr>
              <a:lnSpc>
                <a:spcPct val="100000"/>
              </a:lnSpc>
              <a:defRPr sz="400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62738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83923665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ide">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7"/>
            <a:ext cx="6273800" cy="833663"/>
          </a:xfrm>
          <a:solidFill>
            <a:schemeClr val="accent2">
              <a:lumMod val="50000"/>
            </a:schemeClr>
          </a:solidFill>
        </p:spPr>
        <p:txBody>
          <a:bodyPr vert="horz" lIns="91440" tIns="108000" rIns="91440" bIns="108000" rtlCol="0" anchor="ctr">
            <a:spAutoFit/>
          </a:bodyPr>
          <a:lstStyle>
            <a:lvl1pPr>
              <a:defRPr lang="en-US" sz="4000"/>
            </a:lvl1pPr>
          </a:lstStyle>
          <a:p>
            <a:pPr lvl="0" rtl="0">
              <a:lnSpc>
                <a:spcPct val="100000"/>
              </a:lnSpc>
            </a:pPr>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10515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159457105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Right">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6D3C5ED2-B01D-4104-B193-BC78D76A4646}"/>
              </a:ext>
            </a:extLst>
          </p:cNvPr>
          <p:cNvSpPr>
            <a:spLocks noGrp="1"/>
          </p:cNvSpPr>
          <p:nvPr>
            <p:ph type="pic" idx="11" hasCustomPrompt="1"/>
          </p:nvPr>
        </p:nvSpPr>
        <p:spPr>
          <a:xfrm>
            <a:off x="0" y="0"/>
            <a:ext cx="6305550" cy="6721475"/>
          </a:xfrm>
          <a:noFill/>
        </p:spPr>
        <p:txBody>
          <a:bodyPr rtlCol="0"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GB" noProof="0"/>
              <a:t>Insert Your Picture Here</a:t>
            </a:r>
          </a:p>
        </p:txBody>
      </p:sp>
      <p:sp>
        <p:nvSpPr>
          <p:cNvPr id="2" name="Title 1">
            <a:extLst>
              <a:ext uri="{FF2B5EF4-FFF2-40B4-BE49-F238E27FC236}">
                <a16:creationId xmlns:a16="http://schemas.microsoft.com/office/drawing/2014/main" id="{FE91AD08-4E28-4191-9B62-EAD61608E5CF}"/>
              </a:ext>
            </a:extLst>
          </p:cNvPr>
          <p:cNvSpPr>
            <a:spLocks noGrp="1"/>
          </p:cNvSpPr>
          <p:nvPr>
            <p:ph type="title" hasCustomPrompt="1"/>
          </p:nvPr>
        </p:nvSpPr>
        <p:spPr>
          <a:xfrm>
            <a:off x="6657974" y="611077"/>
            <a:ext cx="4695825" cy="833663"/>
          </a:xfrm>
          <a:solidFill>
            <a:schemeClr val="accent2">
              <a:lumMod val="50000"/>
            </a:schemeClr>
          </a:solidFill>
        </p:spPr>
        <p:txBody>
          <a:bodyPr wrap="square" tIns="108000" bIns="108000" rtlCol="0">
            <a:spAutoFit/>
          </a:bodyPr>
          <a:lstStyle>
            <a:lvl1pPr>
              <a:lnSpc>
                <a:spcPct val="100000"/>
              </a:lnSpc>
              <a:defRPr sz="4000"/>
            </a:lvl1pPr>
          </a:lstStyle>
          <a:p>
            <a:pPr rtl="0"/>
            <a:r>
              <a:rPr lang="en-GB" noProof="0"/>
              <a:t>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6657974" y="1825625"/>
            <a:ext cx="4695826"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a:xfrm>
            <a:off x="11353800" y="6361475"/>
            <a:ext cx="838200" cy="360000"/>
          </a:xfrm>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1797904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 Horizontal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0" y="1"/>
            <a:ext cx="4305300" cy="6721472"/>
          </a:xfrm>
          <a:gradFill>
            <a:gsLst>
              <a:gs pos="1000">
                <a:schemeClr val="tx1">
                  <a:lumMod val="85000"/>
                  <a:lumOff val="15000"/>
                </a:schemeClr>
              </a:gs>
              <a:gs pos="100000">
                <a:schemeClr val="accent2">
                  <a:lumMod val="50000"/>
                </a:schemeClr>
              </a:gs>
            </a:gsLst>
            <a:lin ang="12600000" scaled="0"/>
          </a:gradFill>
        </p:spPr>
        <p:txBody>
          <a:bodyPr vert="horz" lIns="396000" tIns="0" rIns="396000" bIns="0" rtlCol="0" anchor="ctr">
            <a:noAutofit/>
          </a:bodyPr>
          <a:lstStyle>
            <a:lvl1pPr algn="r">
              <a:lnSpc>
                <a:spcPct val="70000"/>
              </a:lnSpc>
              <a:defRPr lang="en-US" sz="5200" b="0" spc="-150" dirty="0"/>
            </a:lvl1pPr>
          </a:lstStyle>
          <a:p>
            <a:pPr lvl="0" algn="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4705350" y="365124"/>
            <a:ext cx="6648448" cy="5984875"/>
          </a:xfrm>
        </p:spPr>
        <p:txBody>
          <a:bodyPr lIns="108000" tIns="108000" rIns="108000" bIns="108000" rtlCol="0" anchor="ctr">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116049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Horizontal 2">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65237DA4-112F-40B2-8C8C-EB23506D9C45}"/>
              </a:ext>
            </a:extLst>
          </p:cNvPr>
          <p:cNvSpPr>
            <a:spLocks noGrp="1"/>
          </p:cNvSpPr>
          <p:nvPr>
            <p:ph type="title"/>
          </p:nvPr>
        </p:nvSpPr>
        <p:spPr>
          <a:xfrm>
            <a:off x="7512000" y="0"/>
            <a:ext cx="4680000" cy="6721473"/>
          </a:xfrm>
          <a:gradFill>
            <a:gsLst>
              <a:gs pos="1000">
                <a:schemeClr val="tx1">
                  <a:lumMod val="85000"/>
                  <a:lumOff val="15000"/>
                </a:schemeClr>
              </a:gs>
              <a:gs pos="100000">
                <a:schemeClr val="accent2">
                  <a:lumMod val="50000"/>
                </a:schemeClr>
              </a:gs>
            </a:gsLst>
            <a:lin ang="12600000" scaled="0"/>
          </a:gradFill>
        </p:spPr>
        <p:txBody>
          <a:bodyPr lIns="396000" rIns="396000" rtlCol="0">
            <a:normAutofit/>
          </a:bodyPr>
          <a:lstStyle>
            <a:lvl1pPr>
              <a:lnSpc>
                <a:spcPct val="70000"/>
              </a:lnSpc>
              <a:defRPr sz="5200" spc="-15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365124"/>
            <a:ext cx="6156323" cy="5984875"/>
          </a:xfrm>
        </p:spPr>
        <p:txBody>
          <a:bodyPr lIns="108000" tIns="108000" rIns="108000" bIns="108000" rtlCol="0" anchor="ct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a:solidFill>
            <a:schemeClr val="bg1">
              <a:lumMod val="85000"/>
            </a:schemeClr>
          </a:solidFill>
        </p:spPr>
        <p:txBody>
          <a:bodyPr rtlCol="0"/>
          <a:lstStyle>
            <a:lvl1pPr>
              <a:defRPr>
                <a:solidFill>
                  <a:schemeClr val="tx1">
                    <a:lumMod val="85000"/>
                    <a:lumOff val="15000"/>
                  </a:schemeClr>
                </a:solidFill>
              </a:defRPr>
            </a:lvl1pPr>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64498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Horizontal 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
        <p:nvSpPr>
          <p:cNvPr id="5" name="Content Placeholder 2">
            <a:extLst>
              <a:ext uri="{FF2B5EF4-FFF2-40B4-BE49-F238E27FC236}">
                <a16:creationId xmlns:a16="http://schemas.microsoft.com/office/drawing/2014/main" id="{D68E6EF2-4B2F-4D0D-9505-CE92872972F7}"/>
              </a:ext>
            </a:extLst>
          </p:cNvPr>
          <p:cNvSpPr>
            <a:spLocks noGrp="1"/>
          </p:cNvSpPr>
          <p:nvPr>
            <p:ph idx="1"/>
          </p:nvPr>
        </p:nvSpPr>
        <p:spPr>
          <a:xfrm>
            <a:off x="4705350" y="611076"/>
            <a:ext cx="6648448" cy="5738923"/>
          </a:xfrm>
        </p:spPr>
        <p:txBody>
          <a:bodyPr lIns="108000" tIns="108000" rIns="108000" bIns="108000"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6" name="Title 1">
            <a:extLst>
              <a:ext uri="{FF2B5EF4-FFF2-40B4-BE49-F238E27FC236}">
                <a16:creationId xmlns:a16="http://schemas.microsoft.com/office/drawing/2014/main" id="{D91A21B9-BA54-413B-940E-027C32E4D429}"/>
              </a:ext>
            </a:extLst>
          </p:cNvPr>
          <p:cNvSpPr>
            <a:spLocks noGrp="1"/>
          </p:cNvSpPr>
          <p:nvPr>
            <p:ph type="title"/>
          </p:nvPr>
        </p:nvSpPr>
        <p:spPr>
          <a:xfrm>
            <a:off x="838200" y="611076"/>
            <a:ext cx="3440502" cy="2064769"/>
          </a:xfrm>
          <a:solidFill>
            <a:schemeClr val="accent2">
              <a:lumMod val="50000"/>
            </a:schemeClr>
          </a:solidFill>
        </p:spPr>
        <p:txBody>
          <a:bodyPr wrap="square" tIns="108000" bIns="108000" rtlCol="0" anchor="t">
            <a:spAutoFit/>
          </a:bodyPr>
          <a:lstStyle>
            <a:lvl1pPr>
              <a:lnSpc>
                <a:spcPct val="100000"/>
              </a:lnSpc>
              <a:defRPr sz="4000"/>
            </a:lvl1pPr>
          </a:lstStyle>
          <a:p>
            <a:pPr rtl="0"/>
            <a:r>
              <a:rPr lang="en-US" noProof="0"/>
              <a:t>Click to edit Master title style</a:t>
            </a:r>
            <a:endParaRPr lang="en-GB" noProof="0"/>
          </a:p>
        </p:txBody>
      </p:sp>
    </p:spTree>
    <p:extLst>
      <p:ext uri="{BB962C8B-B14F-4D97-AF65-F5344CB8AC3E}">
        <p14:creationId xmlns:p14="http://schemas.microsoft.com/office/powerpoint/2010/main" val="361005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2BDA7-8BE9-42D5-ACF1-0F51423A206E}"/>
              </a:ext>
            </a:extLst>
          </p:cNvPr>
          <p:cNvSpPr>
            <a:spLocks noGrp="1"/>
          </p:cNvSpPr>
          <p:nvPr>
            <p:ph type="title"/>
          </p:nvPr>
        </p:nvSpPr>
        <p:spPr>
          <a:xfrm>
            <a:off x="831850" y="1709738"/>
            <a:ext cx="10515600" cy="2852737"/>
          </a:xfrm>
        </p:spPr>
        <p:txBody>
          <a:bodyPr rtlCol="0" anchor="b"/>
          <a:lstStyle>
            <a:lvl1pPr>
              <a:defRPr sz="6000"/>
            </a:lvl1p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71CEF73F-3CCA-4312-8E9C-2B4629DA1F66}"/>
              </a:ext>
            </a:extLst>
          </p:cNvPr>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sp>
        <p:nvSpPr>
          <p:cNvPr id="4" name="Slide Number Placeholder 3">
            <a:extLst>
              <a:ext uri="{FF2B5EF4-FFF2-40B4-BE49-F238E27FC236}">
                <a16:creationId xmlns:a16="http://schemas.microsoft.com/office/drawing/2014/main" id="{293BF716-502C-4821-A3A0-19C2C508EED1}"/>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2665983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AB651-5612-4E6A-9B35-A555D082EC2F}"/>
              </a:ext>
            </a:extLst>
          </p:cNvPr>
          <p:cNvSpPr>
            <a:spLocks noGrp="1"/>
          </p:cNvSpPr>
          <p:nvPr>
            <p:ph type="title"/>
          </p:nvPr>
        </p:nvSpPr>
        <p:spPr/>
        <p:txBody>
          <a:bodyPr rtlCol="0"/>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881389A2-D77B-40CA-AD1E-0178AEFAD15A}"/>
              </a:ext>
            </a:extLst>
          </p:cNvPr>
          <p:cNvSpPr>
            <a:spLocks noGrp="1"/>
          </p:cNvSpPr>
          <p:nvPr>
            <p:ph sz="half" idx="1"/>
          </p:nvPr>
        </p:nvSpPr>
        <p:spPr>
          <a:xfrm>
            <a:off x="838200" y="1825625"/>
            <a:ext cx="5181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Content Placeholder 3">
            <a:extLst>
              <a:ext uri="{FF2B5EF4-FFF2-40B4-BE49-F238E27FC236}">
                <a16:creationId xmlns:a16="http://schemas.microsoft.com/office/drawing/2014/main" id="{A1DCA993-CBEA-48C5-BD35-50ABDFF64065}"/>
              </a:ext>
            </a:extLst>
          </p:cNvPr>
          <p:cNvSpPr>
            <a:spLocks noGrp="1"/>
          </p:cNvSpPr>
          <p:nvPr>
            <p:ph sz="half" idx="2"/>
          </p:nvPr>
        </p:nvSpPr>
        <p:spPr>
          <a:xfrm>
            <a:off x="6172200" y="1825625"/>
            <a:ext cx="5181600" cy="435133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Slide Number Placeholder 4">
            <a:extLst>
              <a:ext uri="{FF2B5EF4-FFF2-40B4-BE49-F238E27FC236}">
                <a16:creationId xmlns:a16="http://schemas.microsoft.com/office/drawing/2014/main" id="{B88ED8E0-95EC-469F-9B7E-562FBDFDE6CC}"/>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646344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6F88-2A37-410D-A685-E455AF3D07B4}"/>
              </a:ext>
            </a:extLst>
          </p:cNvPr>
          <p:cNvSpPr>
            <a:spLocks noGrp="1"/>
          </p:cNvSpPr>
          <p:nvPr>
            <p:ph type="title"/>
          </p:nvPr>
        </p:nvSpPr>
        <p:spPr>
          <a:xfrm>
            <a:off x="839788" y="365125"/>
            <a:ext cx="10515600" cy="1325563"/>
          </a:xfrm>
        </p:spPr>
        <p:txBody>
          <a:bodyPr rtlCol="0"/>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6C764B46-B015-44F7-8DC0-AFB8D275E486}"/>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Content Placeholder 3">
            <a:extLst>
              <a:ext uri="{FF2B5EF4-FFF2-40B4-BE49-F238E27FC236}">
                <a16:creationId xmlns:a16="http://schemas.microsoft.com/office/drawing/2014/main" id="{2D3C8232-2077-497A-9142-B787E2B03A73}"/>
              </a:ext>
            </a:extLst>
          </p:cNvPr>
          <p:cNvSpPr>
            <a:spLocks noGrp="1"/>
          </p:cNvSpPr>
          <p:nvPr>
            <p:ph sz="half" idx="2"/>
          </p:nvPr>
        </p:nvSpPr>
        <p:spPr>
          <a:xfrm>
            <a:off x="839788" y="2505075"/>
            <a:ext cx="5157787"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AAF6077C-D913-4FD0-B6E0-6D70BEFD40E6}"/>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Content Placeholder 5">
            <a:extLst>
              <a:ext uri="{FF2B5EF4-FFF2-40B4-BE49-F238E27FC236}">
                <a16:creationId xmlns:a16="http://schemas.microsoft.com/office/drawing/2014/main" id="{43905DBB-3AA9-4435-AC97-732293FDE7EF}"/>
              </a:ext>
            </a:extLst>
          </p:cNvPr>
          <p:cNvSpPr>
            <a:spLocks noGrp="1"/>
          </p:cNvSpPr>
          <p:nvPr>
            <p:ph sz="quarter" idx="4"/>
          </p:nvPr>
        </p:nvSpPr>
        <p:spPr>
          <a:xfrm>
            <a:off x="6172200" y="2505075"/>
            <a:ext cx="5183188"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Slide Number Placeholder 6">
            <a:extLst>
              <a:ext uri="{FF2B5EF4-FFF2-40B4-BE49-F238E27FC236}">
                <a16:creationId xmlns:a16="http://schemas.microsoft.com/office/drawing/2014/main" id="{1954C901-FCAF-4DFB-A621-6A969641CA73}"/>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2292145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2623-2255-4BBA-9577-B3A3FD2AE8E8}"/>
              </a:ext>
            </a:extLst>
          </p:cNvPr>
          <p:cNvSpPr>
            <a:spLocks noGrp="1"/>
          </p:cNvSpPr>
          <p:nvPr>
            <p:ph type="title"/>
          </p:nvPr>
        </p:nvSpPr>
        <p:spPr/>
        <p:txBody>
          <a:bodyPr rtlCol="0"/>
          <a:lstStyle/>
          <a:p>
            <a:pPr rtl="0"/>
            <a:r>
              <a:rPr lang="en-US" noProof="0"/>
              <a:t>Click to edit Master title style</a:t>
            </a:r>
            <a:endParaRPr lang="en-GB" noProof="0"/>
          </a:p>
        </p:txBody>
      </p:sp>
      <p:sp>
        <p:nvSpPr>
          <p:cNvPr id="3" name="Slide Number Placeholder 2">
            <a:extLst>
              <a:ext uri="{FF2B5EF4-FFF2-40B4-BE49-F238E27FC236}">
                <a16:creationId xmlns:a16="http://schemas.microsoft.com/office/drawing/2014/main" id="{5259F0F0-5E7C-4FC9-8E90-6ADCD7A714B6}"/>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105532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9D3FFB-BE14-4D90-A515-10EDD1BEE6F1}"/>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627673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51E51-BE82-4B1B-9CB6-89C26464DBE2}"/>
              </a:ext>
            </a:extLst>
          </p:cNvPr>
          <p:cNvSpPr>
            <a:spLocks noGrp="1"/>
          </p:cNvSpPr>
          <p:nvPr>
            <p:ph type="title"/>
          </p:nvPr>
        </p:nvSpPr>
        <p:spPr>
          <a:xfrm>
            <a:off x="839788" y="457200"/>
            <a:ext cx="3932237" cy="1600200"/>
          </a:xfrm>
        </p:spPr>
        <p:txBody>
          <a:bodyPr rtlCol="0" anchor="b"/>
          <a:lstStyle>
            <a:lvl1pPr>
              <a:defRPr sz="320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04CCBF8C-3CF7-47E6-9AB0-15584178B449}"/>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Text Placeholder 3">
            <a:extLst>
              <a:ext uri="{FF2B5EF4-FFF2-40B4-BE49-F238E27FC236}">
                <a16:creationId xmlns:a16="http://schemas.microsoft.com/office/drawing/2014/main" id="{3D07DA3C-0298-45CF-AFC3-41031C0763E3}"/>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5" name="Slide Number Placeholder 4">
            <a:extLst>
              <a:ext uri="{FF2B5EF4-FFF2-40B4-BE49-F238E27FC236}">
                <a16:creationId xmlns:a16="http://schemas.microsoft.com/office/drawing/2014/main" id="{F7C4FF87-D01E-416B-9EF8-E107C4EDDC42}"/>
              </a:ext>
            </a:extLst>
          </p:cNvPr>
          <p:cNvSpPr>
            <a:spLocks noGrp="1"/>
          </p:cNvSpPr>
          <p:nvPr>
            <p:ph type="sldNum" sz="quarter" idx="10"/>
          </p:nvPr>
        </p:nvSpPr>
        <p:spPr/>
        <p:txBody>
          <a:bodyPr rtlCol="0"/>
          <a:lstStyle/>
          <a:p>
            <a:pPr rtl="0"/>
            <a:r>
              <a:rPr lang="en-GB" noProof="0"/>
              <a:t>PAGE </a:t>
            </a:r>
            <a:fld id="{4A9B5881-4007-4345-955A-79C2656F0C49}" type="slidenum">
              <a:rPr lang="en-GB" noProof="0" smtClean="0"/>
              <a:pPr/>
              <a:t>‹#›</a:t>
            </a:fld>
            <a:endParaRPr lang="en-GB" noProof="0"/>
          </a:p>
        </p:txBody>
      </p:sp>
    </p:spTree>
    <p:extLst>
      <p:ext uri="{BB962C8B-B14F-4D97-AF65-F5344CB8AC3E}">
        <p14:creationId xmlns:p14="http://schemas.microsoft.com/office/powerpoint/2010/main" val="3985334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rtlCol="0" anchor="ctr"/>
          <a:lstStyle>
            <a:lvl1pPr marL="0" indent="0"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rtlCol="0" anchor="t">
            <a:noAutofit/>
          </a:bodyPr>
          <a:lstStyle>
            <a:lvl1pPr algn="l">
              <a:lnSpc>
                <a:spcPct val="150000"/>
              </a:lnSpc>
              <a:spcBef>
                <a:spcPts val="1000"/>
              </a:spcBef>
              <a:defRPr sz="5400" baseline="0"/>
            </a:lvl1pPr>
          </a:lstStyle>
          <a:p>
            <a:pPr rtl="0"/>
            <a:r>
              <a:rPr lang="en-GB" noProof="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rtlCol="0"/>
          <a:lstStyle/>
          <a:p>
            <a:pPr rtl="0"/>
            <a:r>
              <a:rPr lang="en-GB" noProof="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rtlCol="0"/>
          <a:lstStyle/>
          <a:p>
            <a:pPr rtl="0"/>
            <a:fld id="{8C2E478F-E849-4A8C-AF1F-CBCC78A7CBFA}" type="slidenum">
              <a:rPr lang="en-GB" noProof="0" smtClean="0"/>
              <a:t>‹#›</a:t>
            </a:fld>
            <a:endParaRPr lang="en-GB" noProof="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rtlCol="0">
            <a:noAutofit/>
          </a:bodyPr>
          <a:lstStyle>
            <a:lvl1pPr marL="0" indent="0">
              <a:buNone/>
              <a:defRPr sz="1800" spc="300"/>
            </a:lvl1pPr>
          </a:lstStyle>
          <a:p>
            <a:pPr lvl="0" rtl="0"/>
            <a:r>
              <a:rPr lang="en-GB" noProof="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34003880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4517395"/>
            <a:ext cx="5372096" cy="711200"/>
          </a:xfrm>
        </p:spPr>
        <p:txBody>
          <a:bodyPr rtlCol="0"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rtl="0"/>
            <a:r>
              <a:rPr lang="en-GB" noProof="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9" y="1642105"/>
            <a:ext cx="5372096" cy="711200"/>
          </a:xfrm>
        </p:spPr>
        <p:txBody>
          <a:bodyPr rtlCol="0"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rtl="0"/>
            <a:r>
              <a:rPr lang="en-GB" noProof="0"/>
              <a:t>Add your text here</a:t>
            </a:r>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Rectangle 12">
            <a:extLst>
              <a:ext uri="{FF2B5EF4-FFF2-40B4-BE49-F238E27FC236}">
                <a16:creationId xmlns:a16="http://schemas.microsoft.com/office/drawing/2014/main" id="{AF9F3577-4130-4F32-9302-DA8838D30560}"/>
              </a:ext>
            </a:extLst>
          </p:cNvPr>
          <p:cNvSpPr/>
          <p:nvPr userDrawn="1"/>
        </p:nvSpPr>
        <p:spPr>
          <a:xfrm>
            <a:off x="10337800" y="5122548"/>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571500"/>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n-US" noProof="0"/>
              <a:t>Click icon to add picture</a:t>
            </a:r>
            <a:endParaRPr lang="en-GB" noProof="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2429505"/>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n-US" noProof="0"/>
              <a:t>Click icon to add picture</a:t>
            </a:r>
            <a:endParaRPr lang="en-GB" noProof="0"/>
          </a:p>
        </p:txBody>
      </p:sp>
    </p:spTree>
    <p:extLst>
      <p:ext uri="{BB962C8B-B14F-4D97-AF65-F5344CB8AC3E}">
        <p14:creationId xmlns:p14="http://schemas.microsoft.com/office/powerpoint/2010/main" val="40861284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0"/>
            <a:ext cx="513805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6619197" y="1296176"/>
            <a:ext cx="5272764" cy="1551573"/>
          </a:xfrm>
        </p:spPr>
        <p:txBody>
          <a:bodyPr rtlCol="0" anchor="b">
            <a:noAutofit/>
          </a:bodyPr>
          <a:lstStyle>
            <a:lvl1pPr>
              <a:defRPr sz="400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619198" y="3073967"/>
            <a:ext cx="5272764" cy="2557463"/>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rtlCol="0"/>
          <a:lstStyle/>
          <a:p>
            <a:pPr rtl="0"/>
            <a:fld id="{03DC2DEF-D2FE-4B45-ABA4-9F153FD1C98A}" type="slidenum">
              <a:rPr lang="en-GB" noProof="0" smtClean="0"/>
              <a:t>‹#›</a:t>
            </a:fld>
            <a:endParaRPr lang="en-GB" noProof="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1117601" y="1016000"/>
            <a:ext cx="5138058" cy="4978400"/>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n-US" noProof="0"/>
              <a:t>Click icon to add picture</a:t>
            </a:r>
            <a:endParaRPr lang="en-GB" noProof="0"/>
          </a:p>
        </p:txBody>
      </p:sp>
      <p:sp>
        <p:nvSpPr>
          <p:cNvPr id="4" name="Rectangle 3">
            <a:extLst>
              <a:ext uri="{FF2B5EF4-FFF2-40B4-BE49-F238E27FC236}">
                <a16:creationId xmlns:a16="http://schemas.microsoft.com/office/drawing/2014/main" id="{7306EB3B-6A54-45E7-B23D-F9515CC15D12}"/>
              </a:ext>
            </a:extLst>
          </p:cNvPr>
          <p:cNvSpPr/>
          <p:nvPr userDrawn="1"/>
        </p:nvSpPr>
        <p:spPr>
          <a:xfrm>
            <a:off x="0" y="5994400"/>
            <a:ext cx="4093029" cy="86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9" name="Rectangle 8">
            <a:extLst>
              <a:ext uri="{FF2B5EF4-FFF2-40B4-BE49-F238E27FC236}">
                <a16:creationId xmlns:a16="http://schemas.microsoft.com/office/drawing/2014/main" id="{7E110354-15BA-4B22-B7CF-3D5BFA5C722D}"/>
              </a:ext>
            </a:extLst>
          </p:cNvPr>
          <p:cNvSpPr/>
          <p:nvPr userDrawn="1"/>
        </p:nvSpPr>
        <p:spPr>
          <a:xfrm>
            <a:off x="2162630" y="873210"/>
            <a:ext cx="4093029" cy="1385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1345316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8E4AFE-E166-4B84-B0C8-9205038D8033}"/>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flipV="1">
            <a:off x="0" y="0"/>
            <a:ext cx="12192000" cy="6858000"/>
          </a:xfrm>
          <a:prstGeom prst="rect">
            <a:avLst/>
          </a:prstGeom>
        </p:spPr>
      </p:pic>
      <p:sp>
        <p:nvSpPr>
          <p:cNvPr id="2" name="Title Placeholder 1">
            <a:extLst>
              <a:ext uri="{FF2B5EF4-FFF2-40B4-BE49-F238E27FC236}">
                <a16:creationId xmlns:a16="http://schemas.microsoft.com/office/drawing/2014/main" id="{6C617517-B672-49BA-AC6E-AB66D0639A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6EC92C27-7843-4B22-9200-B7304E6AE4CD}"/>
              </a:ext>
            </a:extLst>
          </p:cNvPr>
          <p:cNvSpPr>
            <a:spLocks noGrp="1"/>
          </p:cNvSpPr>
          <p:nvPr>
            <p:ph type="body" idx="1"/>
          </p:nvPr>
        </p:nvSpPr>
        <p:spPr>
          <a:xfrm>
            <a:off x="838200" y="1825625"/>
            <a:ext cx="10515598" cy="4351338"/>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6" name="Slide Number Placeholder 5">
            <a:extLst>
              <a:ext uri="{FF2B5EF4-FFF2-40B4-BE49-F238E27FC236}">
                <a16:creationId xmlns:a16="http://schemas.microsoft.com/office/drawing/2014/main" id="{52DB4F10-F75B-41A8-B994-BFF68949E59A}"/>
              </a:ext>
            </a:extLst>
          </p:cNvPr>
          <p:cNvSpPr>
            <a:spLocks noGrp="1"/>
          </p:cNvSpPr>
          <p:nvPr>
            <p:ph type="sldNum" sz="quarter" idx="4"/>
          </p:nvPr>
        </p:nvSpPr>
        <p:spPr>
          <a:xfrm>
            <a:off x="11353800" y="6361475"/>
            <a:ext cx="838200" cy="360000"/>
          </a:xfrm>
          <a:prstGeom prst="rect">
            <a:avLst/>
          </a:prstGeom>
          <a:solidFill>
            <a:schemeClr val="tx1">
              <a:lumMod val="85000"/>
              <a:lumOff val="15000"/>
            </a:schemeClr>
          </a:solidFill>
        </p:spPr>
        <p:txBody>
          <a:bodyPr vert="horz" lIns="91440" tIns="45720" rIns="91440" bIns="45720" rtlCol="0" anchor="ctr"/>
          <a:lstStyle>
            <a:lvl1pPr algn="ctr">
              <a:defRPr sz="1200">
                <a:solidFill>
                  <a:schemeClr val="bg1"/>
                </a:solidFill>
              </a:defRPr>
            </a:lvl1pPr>
          </a:lstStyle>
          <a:p>
            <a:pPr rtl="0"/>
            <a:r>
              <a:rPr lang="en-GB" noProof="0"/>
              <a:t>PAGE </a:t>
            </a:r>
            <a:fld id="{4A9B5881-4007-4345-955A-79C2656F0C49}" type="slidenum">
              <a:rPr lang="en-GB" noProof="0" smtClean="0"/>
              <a:pPr/>
              <a:t>‹#›</a:t>
            </a:fld>
            <a:endParaRPr lang="en-GB" noProof="0"/>
          </a:p>
        </p:txBody>
      </p:sp>
      <p:sp>
        <p:nvSpPr>
          <p:cNvPr id="7" name="Rectangle 6">
            <a:extLst>
              <a:ext uri="{FF2B5EF4-FFF2-40B4-BE49-F238E27FC236}">
                <a16:creationId xmlns:a16="http://schemas.microsoft.com/office/drawing/2014/main" id="{512D21E2-8DEB-4F43-A26E-B8DA900A9230}"/>
              </a:ext>
            </a:extLst>
          </p:cNvPr>
          <p:cNvSpPr/>
          <p:nvPr userDrawn="1"/>
        </p:nvSpPr>
        <p:spPr>
          <a:xfrm>
            <a:off x="0" y="6721475"/>
            <a:ext cx="12192000" cy="136525"/>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8" name="Rectangle 7">
            <a:extLst>
              <a:ext uri="{FF2B5EF4-FFF2-40B4-BE49-F238E27FC236}">
                <a16:creationId xmlns:a16="http://schemas.microsoft.com/office/drawing/2014/main" id="{35CD3143-7FD1-40EA-AA4A-47C72380AEC2}"/>
              </a:ext>
            </a:extLst>
          </p:cNvPr>
          <p:cNvSpPr/>
          <p:nvPr userDrawn="1"/>
        </p:nvSpPr>
        <p:spPr>
          <a:xfrm>
            <a:off x="11353798" y="6721474"/>
            <a:ext cx="838201" cy="136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Tree>
    <p:extLst>
      <p:ext uri="{BB962C8B-B14F-4D97-AF65-F5344CB8AC3E}">
        <p14:creationId xmlns:p14="http://schemas.microsoft.com/office/powerpoint/2010/main" val="3853920126"/>
      </p:ext>
    </p:extLst>
  </p:cSld>
  <p:clrMap bg1="lt1" tx1="dk1" bg2="lt2" tx2="dk2" accent1="accent1" accent2="accent2" accent3="accent3" accent4="accent4" accent5="accent5" accent6="accent6" hlink="hlink" folHlink="folHlink"/>
  <p:sldLayoutIdLst>
    <p:sldLayoutId id="2147483661" r:id="rId1"/>
    <p:sldLayoutId id="2147483659" r:id="rId2"/>
    <p:sldLayoutId id="2147483660" r:id="rId3"/>
    <p:sldLayoutId id="2147483665" r:id="rId4"/>
    <p:sldLayoutId id="2147483666" r:id="rId5"/>
    <p:sldLayoutId id="2147483650" r:id="rId6"/>
    <p:sldLayoutId id="2147483663" r:id="rId7"/>
    <p:sldLayoutId id="2147483664" r:id="rId8"/>
    <p:sldLayoutId id="2147483651" r:id="rId9"/>
    <p:sldLayoutId id="2147483652" r:id="rId10"/>
    <p:sldLayoutId id="2147483653" r:id="rId11"/>
    <p:sldLayoutId id="2147483654" r:id="rId12"/>
    <p:sldLayoutId id="2147483655" r:id="rId13"/>
    <p:sldLayoutId id="2147483656" r:id="rId14"/>
    <p:sldLayoutId id="2147483667" r:id="rId15"/>
    <p:sldLayoutId id="2147483668" r:id="rId16"/>
    <p:sldLayoutId id="2147483669" r:id="rId17"/>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image" Target="../media/image17.svg"/><Relationship Id="rId5" Type="http://schemas.openxmlformats.org/officeDocument/2006/relationships/diagramQuickStyle" Target="../diagrams/quickStyle2.xml"/><Relationship Id="rId10" Type="http://schemas.openxmlformats.org/officeDocument/2006/relationships/image" Target="../media/image3.png"/><Relationship Id="rId4" Type="http://schemas.openxmlformats.org/officeDocument/2006/relationships/diagramLayout" Target="../diagrams/layout2.xml"/><Relationship Id="rId9"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6.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6.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16.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16.xml"/><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C5037-DA4A-44E2-A9FB-84B1498768A7}"/>
              </a:ext>
            </a:extLst>
          </p:cNvPr>
          <p:cNvSpPr>
            <a:spLocks noGrp="1"/>
          </p:cNvSpPr>
          <p:nvPr>
            <p:ph type="title"/>
          </p:nvPr>
        </p:nvSpPr>
        <p:spPr/>
        <p:txBody>
          <a:bodyPr rtlCol="0"/>
          <a:lstStyle/>
          <a:p>
            <a:pPr rtl="0"/>
            <a:r>
              <a:rPr lang="en-GB" b="1" dirty="0">
                <a:latin typeface="Abadi" panose="020F0502020204030204" pitchFamily="34" charset="0"/>
              </a:rPr>
              <a:t>IOT Workshop</a:t>
            </a:r>
            <a:br>
              <a:rPr lang="en-GB" b="1" dirty="0">
                <a:latin typeface="Abadi" panose="020F0502020204030204" pitchFamily="34" charset="0"/>
              </a:rPr>
            </a:br>
            <a:r>
              <a:rPr lang="en-GB" b="1" dirty="0">
                <a:latin typeface="Abadi" panose="020F0502020204030204" pitchFamily="34" charset="0"/>
              </a:rPr>
              <a:t>Day-2</a:t>
            </a:r>
          </a:p>
        </p:txBody>
      </p:sp>
      <p:pic>
        <p:nvPicPr>
          <p:cNvPr id="29" name="Picture Placeholder 28">
            <a:extLst>
              <a:ext uri="{FF2B5EF4-FFF2-40B4-BE49-F238E27FC236}">
                <a16:creationId xmlns:a16="http://schemas.microsoft.com/office/drawing/2014/main" id="{AE2FE2E9-1D1E-404B-A659-DD19B5D66B5B}"/>
              </a:ext>
            </a:extLst>
          </p:cNvPr>
          <p:cNvPicPr>
            <a:picLocks noGrp="1" noChangeAspect="1"/>
          </p:cNvPicPr>
          <p:nvPr>
            <p:ph type="pic" idx="1"/>
          </p:nvPr>
        </p:nvPicPr>
        <p:blipFill>
          <a:blip r:embed="rId3"/>
          <a:srcRect/>
          <a:stretch/>
        </p:blipFill>
        <p:spPr/>
      </p:pic>
      <p:sp>
        <p:nvSpPr>
          <p:cNvPr id="6" name="Text Placeholder 5">
            <a:extLst>
              <a:ext uri="{FF2B5EF4-FFF2-40B4-BE49-F238E27FC236}">
                <a16:creationId xmlns:a16="http://schemas.microsoft.com/office/drawing/2014/main" id="{1397C2DB-90F2-4971-AC44-7CDDF5A3B552}"/>
              </a:ext>
            </a:extLst>
          </p:cNvPr>
          <p:cNvSpPr>
            <a:spLocks noGrp="1"/>
          </p:cNvSpPr>
          <p:nvPr>
            <p:ph type="body" sz="half" idx="2"/>
          </p:nvPr>
        </p:nvSpPr>
        <p:spPr/>
        <p:txBody>
          <a:bodyPr rtlCol="0"/>
          <a:lstStyle/>
          <a:p>
            <a:pPr rtl="0"/>
            <a:r>
              <a:rPr lang="en-GB" dirty="0"/>
              <a:t>Organised by KURC in association with KUCC</a:t>
            </a:r>
          </a:p>
        </p:txBody>
      </p:sp>
      <p:sp>
        <p:nvSpPr>
          <p:cNvPr id="15" name="Slide Number Placeholder 14">
            <a:extLst>
              <a:ext uri="{FF2B5EF4-FFF2-40B4-BE49-F238E27FC236}">
                <a16:creationId xmlns:a16="http://schemas.microsoft.com/office/drawing/2014/main" id="{26F5C050-EB87-421A-8A5C-E6CB30102699}"/>
              </a:ext>
            </a:extLst>
          </p:cNvPr>
          <p:cNvSpPr>
            <a:spLocks noGrp="1"/>
          </p:cNvSpPr>
          <p:nvPr>
            <p:ph type="sldNum" sz="quarter" idx="10"/>
          </p:nvPr>
        </p:nvSpPr>
        <p:spPr/>
        <p:txBody>
          <a:bodyPr rtlCol="0"/>
          <a:lstStyle/>
          <a:p>
            <a:pPr rtl="0"/>
            <a:r>
              <a:rPr lang="en-GB"/>
              <a:t>PAGE </a:t>
            </a:r>
            <a:fld id="{4A9B5881-4007-4345-955A-79C2656F0C49}" type="slidenum">
              <a:rPr lang="en-GB" smtClean="0"/>
              <a:pPr/>
              <a:t>1</a:t>
            </a:fld>
            <a:endParaRPr lang="en-GB"/>
          </a:p>
        </p:txBody>
      </p:sp>
    </p:spTree>
    <p:extLst>
      <p:ext uri="{BB962C8B-B14F-4D97-AF65-F5344CB8AC3E}">
        <p14:creationId xmlns:p14="http://schemas.microsoft.com/office/powerpoint/2010/main" val="1136250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a:solidFill>
            <a:schemeClr val="tx2"/>
          </a:solidFill>
        </p:spPr>
        <p:txBody>
          <a:bodyPr rtlCol="0"/>
          <a:lstStyle/>
          <a:p>
            <a:pPr algn="r" rtl="0"/>
            <a:r>
              <a:rPr lang="en-GB" sz="7200" b="1" dirty="0">
                <a:solidFill>
                  <a:schemeClr val="bg1"/>
                </a:solidFill>
              </a:rPr>
              <a:t>Course Outline</a:t>
            </a:r>
          </a:p>
        </p:txBody>
      </p:sp>
      <p:graphicFrame>
        <p:nvGraphicFramePr>
          <p:cNvPr id="10" name="Content Placeholder 2" descr="List Content Placeholder">
            <a:extLst>
              <a:ext uri="{FF2B5EF4-FFF2-40B4-BE49-F238E27FC236}">
                <a16:creationId xmlns:a16="http://schemas.microsoft.com/office/drawing/2014/main" id="{4DBF5C5D-E8C1-4EFB-87B6-B4245AB407AE}"/>
              </a:ext>
            </a:extLst>
          </p:cNvPr>
          <p:cNvGraphicFramePr>
            <a:graphicFrameLocks noGrp="1"/>
          </p:cNvGraphicFramePr>
          <p:nvPr>
            <p:ph idx="1"/>
            <p:extLst>
              <p:ext uri="{D42A27DB-BD31-4B8C-83A1-F6EECF244321}">
                <p14:modId xmlns:p14="http://schemas.microsoft.com/office/powerpoint/2010/main" val="2492197175"/>
              </p:ext>
            </p:extLst>
          </p:nvPr>
        </p:nvGraphicFramePr>
        <p:xfrm>
          <a:off x="4562476" y="365125"/>
          <a:ext cx="6791323" cy="5984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p:txBody>
          <a:bodyPr rtlCol="0"/>
          <a:lstStyle/>
          <a:p>
            <a:pPr rtl="0"/>
            <a:r>
              <a:rPr lang="en-GB"/>
              <a:t>PAGE </a:t>
            </a:r>
            <a:fld id="{4A9B5881-4007-4345-955A-79C2656F0C49}" type="slidenum">
              <a:rPr lang="en-GB" smtClean="0"/>
              <a:pPr/>
              <a:t>2</a:t>
            </a:fld>
            <a:endParaRPr lang="en-GB" dirty="0"/>
          </a:p>
        </p:txBody>
      </p:sp>
    </p:spTree>
    <p:extLst>
      <p:ext uri="{BB962C8B-B14F-4D97-AF65-F5344CB8AC3E}">
        <p14:creationId xmlns:p14="http://schemas.microsoft.com/office/powerpoint/2010/main" val="4080338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20370" r="20370"/>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902493" y="589212"/>
            <a:ext cx="6958891" cy="833663"/>
          </a:xfrm>
          <a:solidFill>
            <a:schemeClr val="tx2"/>
          </a:solidFill>
        </p:spPr>
        <p:txBody>
          <a:bodyPr rtlCol="0"/>
          <a:lstStyle/>
          <a:p>
            <a:pPr rtl="0"/>
            <a:r>
              <a:rPr lang="en-GB" b="1" dirty="0"/>
              <a:t>Brief introduction of the Internet</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a:xfrm>
            <a:off x="844337" y="1671551"/>
            <a:ext cx="6273800" cy="4351338"/>
          </a:xfrm>
        </p:spPr>
        <p:txBody>
          <a:bodyPr rtlCol="0">
            <a:normAutofit/>
          </a:bodyPr>
          <a:lstStyle/>
          <a:p>
            <a:pPr rtl="0"/>
            <a:r>
              <a:rPr lang="en-GB" noProof="1">
                <a:solidFill>
                  <a:schemeClr val="tx2"/>
                </a:solidFill>
              </a:rPr>
              <a:t>1960s- ARPANET</a:t>
            </a:r>
          </a:p>
          <a:p>
            <a:pPr marL="0" indent="0" rtl="0">
              <a:buNone/>
            </a:pPr>
            <a:r>
              <a:rPr lang="en-GB" noProof="1">
                <a:solidFill>
                  <a:schemeClr val="tx2"/>
                </a:solidFill>
              </a:rPr>
              <a:t>	Initiated by the U.S. Department of Defense’s 	Advanced Research Projects Agency (ARPA).</a:t>
            </a:r>
          </a:p>
          <a:p>
            <a:r>
              <a:rPr lang="en-GB" noProof="1">
                <a:solidFill>
                  <a:schemeClr val="tx2"/>
                </a:solidFill>
              </a:rPr>
              <a:t>1970s- Protocols and Expansion</a:t>
            </a:r>
          </a:p>
          <a:p>
            <a:pPr marL="457200" lvl="1" indent="0">
              <a:buNone/>
            </a:pPr>
            <a:r>
              <a:rPr lang="en-GB" noProof="1">
                <a:solidFill>
                  <a:schemeClr val="tx2"/>
                </a:solidFill>
              </a:rPr>
              <a:t>	Development of TCP/IP protocols by Vint Cerf and Bob 	Kahn in 1974</a:t>
            </a:r>
            <a:endParaRPr lang="en-GB" b="1" noProof="1">
              <a:solidFill>
                <a:schemeClr val="tx2"/>
              </a:solidFill>
            </a:endParaRPr>
          </a:p>
          <a:p>
            <a:r>
              <a:rPr lang="en-GB" noProof="1">
                <a:solidFill>
                  <a:schemeClr val="tx2"/>
                </a:solidFill>
              </a:rPr>
              <a:t>TCP/IP became the standard networking protocol in 1983.</a:t>
            </a:r>
          </a:p>
          <a:p>
            <a:r>
              <a:rPr lang="en-GB" noProof="1">
                <a:solidFill>
                  <a:schemeClr val="tx2"/>
                </a:solidFill>
              </a:rPr>
              <a:t>Tim Berners-Lee developed the World Wide Web at CERN in 1989-1990.</a:t>
            </a:r>
          </a:p>
          <a:p>
            <a:r>
              <a:rPr lang="en-GB" noProof="1">
                <a:solidFill>
                  <a:schemeClr val="tx2"/>
                </a:solidFill>
              </a:rPr>
              <a:t>2010s: Mobile Internet and IoT</a:t>
            </a:r>
          </a:p>
          <a:p>
            <a:r>
              <a:rPr lang="en-GB" noProof="1">
                <a:solidFill>
                  <a:schemeClr val="tx2"/>
                </a:solidFill>
              </a:rPr>
              <a:t>2020s: 5G and Beyond</a:t>
            </a:r>
          </a:p>
          <a:p>
            <a:pPr marL="457200" lvl="1" indent="0">
              <a:buNone/>
            </a:pPr>
            <a:endParaRPr lang="en-GB" noProof="1">
              <a:solidFill>
                <a:schemeClr val="tx2"/>
              </a:solidFill>
            </a:endParaRPr>
          </a:p>
          <a:p>
            <a:pPr marL="457200" lvl="1" indent="0">
              <a:buNone/>
            </a:pPr>
            <a:endParaRPr lang="en-GB" noProof="1">
              <a:solidFill>
                <a:schemeClr val="tx2"/>
              </a:solidFill>
            </a:endParaRP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3</a:t>
            </a:fld>
            <a:endParaRPr lang="en-GB" dirty="0"/>
          </a:p>
        </p:txBody>
      </p:sp>
      <p:sp>
        <p:nvSpPr>
          <p:cNvPr id="6" name="!!Rectangle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52289" y="6354495"/>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Introduction</a:t>
            </a:r>
          </a:p>
        </p:txBody>
      </p:sp>
      <p:sp>
        <p:nvSpPr>
          <p:cNvPr id="7" name="!!Rectangle 8">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Protocols</a:t>
            </a:r>
          </a:p>
        </p:txBody>
      </p:sp>
      <p:sp>
        <p:nvSpPr>
          <p:cNvPr id="9" name="!!Rectangle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Application</a:t>
            </a:r>
          </a:p>
        </p:txBody>
      </p:sp>
      <p:sp>
        <p:nvSpPr>
          <p:cNvPr id="13" name="!!Rectangle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Course plan</a:t>
            </a:r>
          </a:p>
        </p:txBody>
      </p:sp>
      <p:sp>
        <p:nvSpPr>
          <p:cNvPr id="15" name="Isosceles Triangle 14">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2169832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50"/>
                                        <p:tgtEl>
                                          <p:spTgt spid="6"/>
                                        </p:tgtEl>
                                        <p:attrNameLst>
                                          <p:attrName>ppt_y</p:attrName>
                                        </p:attrNameLst>
                                      </p:cBhvr>
                                      <p:tavLst>
                                        <p:tav tm="0">
                                          <p:val>
                                            <p:strVal val="#ppt_y+#ppt_h*1.125000"/>
                                          </p:val>
                                        </p:tav>
                                        <p:tav tm="100000">
                                          <p:val>
                                            <p:strVal val="#ppt_y"/>
                                          </p:val>
                                        </p:tav>
                                      </p:tavLst>
                                    </p:anim>
                                    <p:animEffect transition="in" filter="wipe(up)">
                                      <p:cBhvr>
                                        <p:cTn id="8" dur="25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50"/>
                                        <p:tgtEl>
                                          <p:spTgt spid="15"/>
                                        </p:tgtEl>
                                      </p:cBhvr>
                                    </p:animEffect>
                                  </p:childTnLst>
                                </p:cTn>
                              </p:par>
                            </p:childTnLst>
                          </p:cTn>
                        </p:par>
                        <p:par>
                          <p:cTn id="12" fill="hold">
                            <p:stCondLst>
                              <p:cond delay="250"/>
                            </p:stCondLst>
                            <p:childTnLst>
                              <p:par>
                                <p:cTn id="13" presetID="12" presetClass="entr" presetSubtype="4"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250"/>
                                        <p:tgtEl>
                                          <p:spTgt spid="7"/>
                                        </p:tgtEl>
                                        <p:attrNameLst>
                                          <p:attrName>ppt_y</p:attrName>
                                        </p:attrNameLst>
                                      </p:cBhvr>
                                      <p:tavLst>
                                        <p:tav tm="0">
                                          <p:val>
                                            <p:strVal val="#ppt_y+#ppt_h*1.125000"/>
                                          </p:val>
                                        </p:tav>
                                        <p:tav tm="100000">
                                          <p:val>
                                            <p:strVal val="#ppt_y"/>
                                          </p:val>
                                        </p:tav>
                                      </p:tavLst>
                                    </p:anim>
                                    <p:animEffect transition="in" filter="wipe(up)">
                                      <p:cBhvr>
                                        <p:cTn id="16" dur="250"/>
                                        <p:tgtEl>
                                          <p:spTgt spid="7"/>
                                        </p:tgtEl>
                                      </p:cBhvr>
                                    </p:animEffect>
                                  </p:childTnLst>
                                </p:cTn>
                              </p:par>
                            </p:childTnLst>
                          </p:cTn>
                        </p:par>
                        <p:par>
                          <p:cTn id="17" fill="hold">
                            <p:stCondLst>
                              <p:cond delay="500"/>
                            </p:stCondLst>
                            <p:childTnLst>
                              <p:par>
                                <p:cTn id="18" presetID="12" presetClass="entr" presetSubtype="4"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250"/>
                                        <p:tgtEl>
                                          <p:spTgt spid="9"/>
                                        </p:tgtEl>
                                        <p:attrNameLst>
                                          <p:attrName>ppt_y</p:attrName>
                                        </p:attrNameLst>
                                      </p:cBhvr>
                                      <p:tavLst>
                                        <p:tav tm="0">
                                          <p:val>
                                            <p:strVal val="#ppt_y+#ppt_h*1.125000"/>
                                          </p:val>
                                        </p:tav>
                                        <p:tav tm="100000">
                                          <p:val>
                                            <p:strVal val="#ppt_y"/>
                                          </p:val>
                                        </p:tav>
                                      </p:tavLst>
                                    </p:anim>
                                    <p:animEffect transition="in" filter="wipe(up)">
                                      <p:cBhvr>
                                        <p:cTn id="21" dur="250"/>
                                        <p:tgtEl>
                                          <p:spTgt spid="9"/>
                                        </p:tgtEl>
                                      </p:cBhvr>
                                    </p:animEffect>
                                  </p:childTnLst>
                                </p:cTn>
                              </p:par>
                            </p:childTnLst>
                          </p:cTn>
                        </p:par>
                        <p:par>
                          <p:cTn id="22" fill="hold">
                            <p:stCondLst>
                              <p:cond delay="750"/>
                            </p:stCondLst>
                            <p:childTnLst>
                              <p:par>
                                <p:cTn id="23" presetID="12" presetClass="entr" presetSubtype="4"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250"/>
                                        <p:tgtEl>
                                          <p:spTgt spid="13"/>
                                        </p:tgtEl>
                                        <p:attrNameLst>
                                          <p:attrName>ppt_y</p:attrName>
                                        </p:attrNameLst>
                                      </p:cBhvr>
                                      <p:tavLst>
                                        <p:tav tm="0">
                                          <p:val>
                                            <p:strVal val="#ppt_y+#ppt_h*1.125000"/>
                                          </p:val>
                                        </p:tav>
                                        <p:tav tm="100000">
                                          <p:val>
                                            <p:strVal val="#ppt_y"/>
                                          </p:val>
                                        </p:tav>
                                      </p:tavLst>
                                    </p:anim>
                                    <p:animEffect transition="in" filter="wipe(up)">
                                      <p:cBhvr>
                                        <p:cTn id="26"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3"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523356" y="719799"/>
            <a:ext cx="4518360" cy="1049356"/>
          </a:xfrm>
        </p:spPr>
        <p:txBody>
          <a:bodyPr rtlCol="0"/>
          <a:lstStyle/>
          <a:p>
            <a:pPr rtl="0"/>
            <a:r>
              <a:rPr lang="en-GB" b="1" dirty="0">
                <a:solidFill>
                  <a:schemeClr val="tx2"/>
                </a:solidFill>
              </a:rPr>
              <a:t>URL structure</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7597698" y="1829884"/>
            <a:ext cx="4297836" cy="3962585"/>
          </a:xfrm>
        </p:spPr>
        <p:txBody>
          <a:bodyPr rtlCol="0">
            <a:normAutofit/>
          </a:bodyPr>
          <a:lstStyle/>
          <a:p>
            <a:pPr rtl="0"/>
            <a:r>
              <a:rPr lang="en-GB" dirty="0">
                <a:solidFill>
                  <a:schemeClr val="tx2"/>
                </a:solidFill>
              </a:rPr>
              <a:t>Protocol (Scheme)</a:t>
            </a:r>
            <a:r>
              <a:rPr lang="en-GB" b="0" i="0" dirty="0">
                <a:solidFill>
                  <a:srgbClr val="36344D"/>
                </a:solidFill>
                <a:effectLst/>
                <a:highlight>
                  <a:srgbClr val="FFFFFF"/>
                </a:highlight>
                <a:latin typeface="Muli"/>
              </a:rPr>
              <a:t> communication protocols between web servers and web browsers.</a:t>
            </a:r>
          </a:p>
          <a:p>
            <a:pPr rtl="0"/>
            <a:r>
              <a:rPr lang="en-GB" dirty="0">
                <a:solidFill>
                  <a:schemeClr val="tx2"/>
                </a:solidFill>
              </a:rPr>
              <a:t>A subdomain consists of any words or phrases that come before a URL’s first dot. Referring to the world wide web, www is the most common type.</a:t>
            </a:r>
          </a:p>
          <a:p>
            <a:pPr rtl="0"/>
            <a:r>
              <a:rPr lang="en-GB" dirty="0">
                <a:solidFill>
                  <a:schemeClr val="tx2"/>
                </a:solidFill>
              </a:rPr>
              <a:t>A domain name is what users type into their browser’s address bar to reach a website.</a:t>
            </a:r>
          </a:p>
          <a:p>
            <a:pPr rtl="0"/>
            <a:r>
              <a:rPr lang="en-GB" dirty="0">
                <a:solidFill>
                  <a:schemeClr val="tx2"/>
                </a:solidFill>
              </a:rPr>
              <a:t>Path is inherent to the website. </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4</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296466" y="1129990"/>
            <a:ext cx="7226889" cy="4802860"/>
          </a:xfrm>
        </p:spPr>
      </p:pic>
    </p:spTree>
    <p:extLst>
      <p:ext uri="{BB962C8B-B14F-4D97-AF65-F5344CB8AC3E}">
        <p14:creationId xmlns:p14="http://schemas.microsoft.com/office/powerpoint/2010/main" val="4121665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855392-9FED-4979-8AC6-A73037648D43}"/>
              </a:ext>
            </a:extLst>
          </p:cNvPr>
          <p:cNvSpPr>
            <a:spLocks noGrp="1"/>
          </p:cNvSpPr>
          <p:nvPr>
            <p:ph type="title"/>
          </p:nvPr>
        </p:nvSpPr>
        <p:spPr>
          <a:xfrm>
            <a:off x="838199" y="641855"/>
            <a:ext cx="6188566" cy="772107"/>
          </a:xfrm>
          <a:solidFill>
            <a:schemeClr val="tx2"/>
          </a:solidFill>
        </p:spPr>
        <p:txBody>
          <a:bodyPr rtlCol="0"/>
          <a:lstStyle/>
          <a:p>
            <a:pPr rtl="0"/>
            <a:r>
              <a:rPr lang="en-GB" b="1" dirty="0"/>
              <a:t>  Communication Protocols</a:t>
            </a:r>
          </a:p>
        </p:txBody>
      </p:sp>
      <p:graphicFrame>
        <p:nvGraphicFramePr>
          <p:cNvPr id="10" name="Content Placeholder 2" descr="Content Placeholder">
            <a:extLst>
              <a:ext uri="{FF2B5EF4-FFF2-40B4-BE49-F238E27FC236}">
                <a16:creationId xmlns:a16="http://schemas.microsoft.com/office/drawing/2014/main" id="{47A11266-E870-4547-80E5-8133E862A757}"/>
              </a:ext>
            </a:extLst>
          </p:cNvPr>
          <p:cNvGraphicFramePr>
            <a:graphicFrameLocks noGrp="1"/>
          </p:cNvGraphicFramePr>
          <p:nvPr>
            <p:ph idx="1"/>
            <p:extLst>
              <p:ext uri="{D42A27DB-BD31-4B8C-83A1-F6EECF244321}">
                <p14:modId xmlns:p14="http://schemas.microsoft.com/office/powerpoint/2010/main" val="28708354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2" name="Graphic 11" descr="Processor outline">
            <a:extLst>
              <a:ext uri="{FF2B5EF4-FFF2-40B4-BE49-F238E27FC236}">
                <a16:creationId xmlns:a16="http://schemas.microsoft.com/office/drawing/2014/main" id="{F2110C71-00D1-4949-9213-38E48FACED03}"/>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809126" y="2282759"/>
            <a:ext cx="1061007" cy="1061007"/>
          </a:xfrm>
          <a:prstGeom prst="rect">
            <a:avLst/>
          </a:prstGeom>
        </p:spPr>
      </p:pic>
      <p:pic>
        <p:nvPicPr>
          <p:cNvPr id="14" name="Graphic 13" descr="Processor with solid fill">
            <a:extLst>
              <a:ext uri="{FF2B5EF4-FFF2-40B4-BE49-F238E27FC236}">
                <a16:creationId xmlns:a16="http://schemas.microsoft.com/office/drawing/2014/main" id="{F3D6B7B3-DCDF-47A1-B092-0D8D01630A4E}"/>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5448975" y="2340491"/>
            <a:ext cx="1146241" cy="1146241"/>
          </a:xfrm>
          <a:prstGeom prst="rect">
            <a:avLst/>
          </a:prstGeom>
        </p:spPr>
      </p:pic>
      <p:pic>
        <p:nvPicPr>
          <p:cNvPr id="16" name="Graphic 15" descr="Processor outline">
            <a:extLst>
              <a:ext uri="{FF2B5EF4-FFF2-40B4-BE49-F238E27FC236}">
                <a16:creationId xmlns:a16="http://schemas.microsoft.com/office/drawing/2014/main" id="{D988924E-5A5D-4D29-95C0-814C9160BBFA}"/>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9174058" y="2282759"/>
            <a:ext cx="1011341" cy="1011341"/>
          </a:xfrm>
          <a:prstGeom prst="rect">
            <a:avLst/>
          </a:prstGeom>
        </p:spPr>
      </p:pic>
      <p:sp>
        <p:nvSpPr>
          <p:cNvPr id="4" name="Slide Number Placeholder 3">
            <a:extLst>
              <a:ext uri="{FF2B5EF4-FFF2-40B4-BE49-F238E27FC236}">
                <a16:creationId xmlns:a16="http://schemas.microsoft.com/office/drawing/2014/main" id="{32934DE9-1653-4F9E-B307-C53A27B2182D}"/>
              </a:ext>
            </a:extLst>
          </p:cNvPr>
          <p:cNvSpPr>
            <a:spLocks noGrp="1"/>
          </p:cNvSpPr>
          <p:nvPr>
            <p:ph type="sldNum" sz="quarter" idx="10"/>
          </p:nvPr>
        </p:nvSpPr>
        <p:spPr/>
        <p:txBody>
          <a:bodyPr rtlCol="0"/>
          <a:lstStyle/>
          <a:p>
            <a:pPr rtl="0"/>
            <a:r>
              <a:rPr lang="en-GB" dirty="0"/>
              <a:t>PAGE </a:t>
            </a:r>
            <a:fld id="{4A9B5881-4007-4345-955A-79C2656F0C49}" type="slidenum">
              <a:rPr lang="en-GB" smtClean="0"/>
              <a:pPr rtl="0"/>
              <a:t>5</a:t>
            </a:fld>
            <a:endParaRPr lang="en-GB" dirty="0"/>
          </a:p>
        </p:txBody>
      </p:sp>
      <p:sp>
        <p:nvSpPr>
          <p:cNvPr id="8" name="!!Rectangle 7">
            <a:extLst>
              <a:ext uri="{FF2B5EF4-FFF2-40B4-BE49-F238E27FC236}">
                <a16:creationId xmlns:a16="http://schemas.microsoft.com/office/drawing/2014/main" id="{521730E4-6382-5EE7-4DA0-F8C066B07923}"/>
              </a:ext>
              <a:ext uri="{C183D7F6-B498-43B3-948B-1728B52AA6E4}">
                <adec:decorative xmlns:adec="http://schemas.microsoft.com/office/drawing/2017/decorative" val="1"/>
              </a:ext>
            </a:extLst>
          </p:cNvPr>
          <p:cNvSpPr/>
          <p:nvPr/>
        </p:nvSpPr>
        <p:spPr>
          <a:xfrm>
            <a:off x="1152289" y="6540665"/>
            <a:ext cx="2552123" cy="173829"/>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Introduction</a:t>
            </a:r>
          </a:p>
        </p:txBody>
      </p:sp>
      <p:sp>
        <p:nvSpPr>
          <p:cNvPr id="9" name="!!Rectangle 8">
            <a:extLst>
              <a:ext uri="{FF2B5EF4-FFF2-40B4-BE49-F238E27FC236}">
                <a16:creationId xmlns:a16="http://schemas.microsoft.com/office/drawing/2014/main" id="{813B5C73-58BE-8B03-CBDE-78E39EE99514}"/>
              </a:ext>
              <a:ext uri="{C183D7F6-B498-43B3-948B-1728B52AA6E4}">
                <adec:decorative xmlns:adec="http://schemas.microsoft.com/office/drawing/2017/decorative" val="1"/>
              </a:ext>
            </a:extLst>
          </p:cNvPr>
          <p:cNvSpPr/>
          <p:nvPr/>
        </p:nvSpPr>
        <p:spPr>
          <a:xfrm>
            <a:off x="3697432" y="6354496"/>
            <a:ext cx="2552123" cy="36698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Protocols</a:t>
            </a:r>
          </a:p>
        </p:txBody>
      </p:sp>
      <p:sp>
        <p:nvSpPr>
          <p:cNvPr id="11" name="!!Rectangle 10">
            <a:extLst>
              <a:ext uri="{FF2B5EF4-FFF2-40B4-BE49-F238E27FC236}">
                <a16:creationId xmlns:a16="http://schemas.microsoft.com/office/drawing/2014/main" id="{78A32FE9-2D75-076D-7A9A-25AC4EDF2864}"/>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Application</a:t>
            </a:r>
          </a:p>
        </p:txBody>
      </p:sp>
      <p:sp>
        <p:nvSpPr>
          <p:cNvPr id="13" name="!!Rectangle 11">
            <a:extLst>
              <a:ext uri="{FF2B5EF4-FFF2-40B4-BE49-F238E27FC236}">
                <a16:creationId xmlns:a16="http://schemas.microsoft.com/office/drawing/2014/main" id="{3CC611AE-772A-3943-B4D0-6A8692B0E41F}"/>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Course plan</a:t>
            </a:r>
          </a:p>
        </p:txBody>
      </p:sp>
      <p:sp>
        <p:nvSpPr>
          <p:cNvPr id="17" name="Isosceles Triangle 16">
            <a:extLst>
              <a:ext uri="{FF2B5EF4-FFF2-40B4-BE49-F238E27FC236}">
                <a16:creationId xmlns:a16="http://schemas.microsoft.com/office/drawing/2014/main" id="{C5B6128C-A444-0109-0959-74B293CF67B6}"/>
              </a:ext>
              <a:ext uri="{C183D7F6-B498-43B3-948B-1728B52AA6E4}">
                <adec:decorative xmlns:adec="http://schemas.microsoft.com/office/drawing/2017/decorative" val="1"/>
              </a:ext>
            </a:extLst>
          </p:cNvPr>
          <p:cNvSpPr/>
          <p:nvPr/>
        </p:nvSpPr>
        <p:spPr>
          <a:xfrm rot="10800000">
            <a:off x="4830646" y="6232133"/>
            <a:ext cx="142847" cy="9156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1691500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DC5365-EA36-45A8-8DBD-A6D8461EB21D}"/>
              </a:ext>
            </a:extLst>
          </p:cNvPr>
          <p:cNvSpPr>
            <a:spLocks noGrp="1"/>
          </p:cNvSpPr>
          <p:nvPr>
            <p:ph type="title"/>
          </p:nvPr>
        </p:nvSpPr>
        <p:spPr>
          <a:xfrm>
            <a:off x="6249556" y="611077"/>
            <a:ext cx="5104244" cy="833663"/>
          </a:xfrm>
          <a:solidFill>
            <a:schemeClr val="tx2"/>
          </a:solidFill>
        </p:spPr>
        <p:txBody>
          <a:bodyPr rtlCol="0"/>
          <a:lstStyle/>
          <a:p>
            <a:pPr rtl="0"/>
            <a:r>
              <a:rPr lang="en-GB" dirty="0"/>
              <a:t>Https Vs MQTT</a:t>
            </a:r>
          </a:p>
        </p:txBody>
      </p:sp>
      <p:pic>
        <p:nvPicPr>
          <p:cNvPr id="7" name="Picture Placeholder 6">
            <a:extLst>
              <a:ext uri="{FF2B5EF4-FFF2-40B4-BE49-F238E27FC236}">
                <a16:creationId xmlns:a16="http://schemas.microsoft.com/office/drawing/2014/main" id="{2052C005-14A2-483C-8C1A-A3D21FF82E05}"/>
              </a:ext>
            </a:extLst>
          </p:cNvPr>
          <p:cNvPicPr>
            <a:picLocks noGrp="1" noChangeAspect="1"/>
          </p:cNvPicPr>
          <p:nvPr>
            <p:ph type="pic" idx="11"/>
          </p:nvPr>
        </p:nvPicPr>
        <p:blipFill>
          <a:blip r:embed="rId3"/>
          <a:srcRect/>
          <a:stretch/>
        </p:blipFill>
        <p:spPr>
          <a:xfrm>
            <a:off x="290879" y="1550769"/>
            <a:ext cx="5414963" cy="3653334"/>
          </a:xfrm>
        </p:spPr>
      </p:pic>
      <p:sp>
        <p:nvSpPr>
          <p:cNvPr id="4" name="Content Placeholder 3">
            <a:extLst>
              <a:ext uri="{FF2B5EF4-FFF2-40B4-BE49-F238E27FC236}">
                <a16:creationId xmlns:a16="http://schemas.microsoft.com/office/drawing/2014/main" id="{0D250B89-C4D5-43CB-81F0-EFF4588D7E45}"/>
              </a:ext>
            </a:extLst>
          </p:cNvPr>
          <p:cNvSpPr>
            <a:spLocks noGrp="1"/>
          </p:cNvSpPr>
          <p:nvPr>
            <p:ph idx="1"/>
          </p:nvPr>
        </p:nvSpPr>
        <p:spPr>
          <a:xfrm>
            <a:off x="6117490" y="1739801"/>
            <a:ext cx="5505451" cy="4351338"/>
          </a:xfrm>
        </p:spPr>
        <p:txBody>
          <a:bodyPr rtlCol="0">
            <a:normAutofit lnSpcReduction="10000"/>
          </a:bodyPr>
          <a:lstStyle/>
          <a:p>
            <a:r>
              <a:rPr lang="en-GB" b="1" noProof="1">
                <a:solidFill>
                  <a:schemeClr val="tx2"/>
                </a:solidFill>
              </a:rPr>
              <a:t>Model: </a:t>
            </a:r>
            <a:r>
              <a:rPr lang="en-GB" noProof="1">
                <a:solidFill>
                  <a:schemeClr val="tx2"/>
                </a:solidFill>
              </a:rPr>
              <a:t>HTTPS uses a synchronous request/response model, while MQTT(Message Queuing Telemetry Transport) uses an asynchronous publish/subscribe model.</a:t>
            </a:r>
          </a:p>
          <a:p>
            <a:r>
              <a:rPr lang="en-GB" b="1" noProof="1">
                <a:solidFill>
                  <a:schemeClr val="tx2"/>
                </a:solidFill>
              </a:rPr>
              <a:t>Transport: </a:t>
            </a:r>
            <a:r>
              <a:rPr lang="en-GB" noProof="1">
                <a:solidFill>
                  <a:schemeClr val="tx2"/>
                </a:solidFill>
              </a:rPr>
              <a:t>Both use TCP(transmission control protocol), but HTTPS includes TLS(transport layer security) for built-in security, whereas MQTT can optionally use TLS.</a:t>
            </a:r>
          </a:p>
          <a:p>
            <a:r>
              <a:rPr lang="en-GB" b="1" noProof="1">
                <a:solidFill>
                  <a:schemeClr val="tx2"/>
                </a:solidFill>
              </a:rPr>
              <a:t>Security: </a:t>
            </a:r>
            <a:r>
              <a:rPr lang="en-GB" noProof="1">
                <a:solidFill>
                  <a:schemeClr val="tx2"/>
                </a:solidFill>
              </a:rPr>
              <a:t>HTTPS inherently provides strong security features, whereas MQTT can be secured but does not include built-in security.</a:t>
            </a:r>
          </a:p>
          <a:p>
            <a:r>
              <a:rPr lang="en-GB" b="1" noProof="1">
                <a:solidFill>
                  <a:schemeClr val="tx2"/>
                </a:solidFill>
              </a:rPr>
              <a:t>Overhead: </a:t>
            </a:r>
            <a:r>
              <a:rPr lang="en-GB" noProof="1">
                <a:solidFill>
                  <a:schemeClr val="tx2"/>
                </a:solidFill>
              </a:rPr>
              <a:t>HTTPS has higher overhead due to encryption and HTTP protocol elements, while MQTT is lightweight and optimized for low-bandwidth and high-latency environments.</a:t>
            </a:r>
          </a:p>
        </p:txBody>
      </p:sp>
      <p:sp>
        <p:nvSpPr>
          <p:cNvPr id="5" name="Slide Number Placeholder 4">
            <a:extLst>
              <a:ext uri="{FF2B5EF4-FFF2-40B4-BE49-F238E27FC236}">
                <a16:creationId xmlns:a16="http://schemas.microsoft.com/office/drawing/2014/main" id="{B18C9971-C7D2-435E-9037-EB3D7CCAF12D}"/>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6</a:t>
            </a:fld>
            <a:endParaRPr lang="en-GB" dirty="0"/>
          </a:p>
        </p:txBody>
      </p:sp>
      <p:sp>
        <p:nvSpPr>
          <p:cNvPr id="12" name="!!Rectangle 7">
            <a:extLst>
              <a:ext uri="{FF2B5EF4-FFF2-40B4-BE49-F238E27FC236}">
                <a16:creationId xmlns:a16="http://schemas.microsoft.com/office/drawing/2014/main" id="{8B70FC0E-D7B3-1328-3849-3940ADC441D7}"/>
              </a:ext>
              <a:ext uri="{C183D7F6-B498-43B3-948B-1728B52AA6E4}">
                <adec:decorative xmlns:adec="http://schemas.microsoft.com/office/drawing/2017/decorative" val="1"/>
              </a:ext>
            </a:extLst>
          </p:cNvPr>
          <p:cNvSpPr/>
          <p:nvPr/>
        </p:nvSpPr>
        <p:spPr>
          <a:xfrm>
            <a:off x="1152289" y="6540665"/>
            <a:ext cx="2552123" cy="173829"/>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Introduction</a:t>
            </a:r>
          </a:p>
        </p:txBody>
      </p:sp>
      <p:sp>
        <p:nvSpPr>
          <p:cNvPr id="13" name="!!Rectangle 8">
            <a:extLst>
              <a:ext uri="{FF2B5EF4-FFF2-40B4-BE49-F238E27FC236}">
                <a16:creationId xmlns:a16="http://schemas.microsoft.com/office/drawing/2014/main" id="{CF9FA0EB-F556-3102-BDA9-647F93B77153}"/>
              </a:ext>
              <a:ext uri="{C183D7F6-B498-43B3-948B-1728B52AA6E4}">
                <adec:decorative xmlns:adec="http://schemas.microsoft.com/office/drawing/2017/decorative" val="1"/>
              </a:ext>
            </a:extLst>
          </p:cNvPr>
          <p:cNvSpPr/>
          <p:nvPr/>
        </p:nvSpPr>
        <p:spPr>
          <a:xfrm>
            <a:off x="3697432" y="6354496"/>
            <a:ext cx="2552123" cy="36698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Protocols</a:t>
            </a:r>
          </a:p>
        </p:txBody>
      </p:sp>
      <p:sp>
        <p:nvSpPr>
          <p:cNvPr id="14" name="!!Rectangle 10">
            <a:extLst>
              <a:ext uri="{FF2B5EF4-FFF2-40B4-BE49-F238E27FC236}">
                <a16:creationId xmlns:a16="http://schemas.microsoft.com/office/drawing/2014/main" id="{96288E13-B68F-0BE0-848F-706DA1C12F3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Application</a:t>
            </a:r>
          </a:p>
        </p:txBody>
      </p:sp>
      <p:sp>
        <p:nvSpPr>
          <p:cNvPr id="15" name="!!Rectangle 11">
            <a:extLst>
              <a:ext uri="{FF2B5EF4-FFF2-40B4-BE49-F238E27FC236}">
                <a16:creationId xmlns:a16="http://schemas.microsoft.com/office/drawing/2014/main" id="{3AC02662-6836-8655-4160-7A65407B4889}"/>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Course plan</a:t>
            </a:r>
          </a:p>
        </p:txBody>
      </p:sp>
      <p:sp>
        <p:nvSpPr>
          <p:cNvPr id="17" name="Isosceles Triangle 16">
            <a:extLst>
              <a:ext uri="{FF2B5EF4-FFF2-40B4-BE49-F238E27FC236}">
                <a16:creationId xmlns:a16="http://schemas.microsoft.com/office/drawing/2014/main" id="{0884D3A9-4C92-660B-E58B-F80E964DA83F}"/>
              </a:ext>
              <a:ext uri="{C183D7F6-B498-43B3-948B-1728B52AA6E4}">
                <adec:decorative xmlns:adec="http://schemas.microsoft.com/office/drawing/2017/decorative" val="1"/>
              </a:ext>
            </a:extLst>
          </p:cNvPr>
          <p:cNvSpPr/>
          <p:nvPr/>
        </p:nvSpPr>
        <p:spPr>
          <a:xfrm rot="10800000">
            <a:off x="4830646" y="6232133"/>
            <a:ext cx="142847" cy="9156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3803842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85000"/>
          </a:schemeClr>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20507" r="20507"/>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902494" y="589211"/>
            <a:ext cx="6209506" cy="833663"/>
          </a:xfrm>
          <a:solidFill>
            <a:schemeClr val="tx2"/>
          </a:solidFill>
        </p:spPr>
        <p:txBody>
          <a:bodyPr rtlCol="0"/>
          <a:lstStyle/>
          <a:p>
            <a:pPr rtl="0"/>
            <a:r>
              <a:rPr lang="en-GB" b="1" dirty="0"/>
              <a:t>Applications</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lstStyle/>
          <a:p>
            <a:pPr>
              <a:buFont typeface="Arial" panose="020B0604020202020204" pitchFamily="34" charset="0"/>
              <a:buChar char="•"/>
            </a:pPr>
            <a:r>
              <a:rPr lang="en-GB" b="1" dirty="0">
                <a:solidFill>
                  <a:schemeClr val="tx2"/>
                </a:solidFill>
              </a:rPr>
              <a:t>Agriculture (Smart Farming)</a:t>
            </a:r>
          </a:p>
          <a:p>
            <a:pPr marL="0" indent="0">
              <a:buNone/>
            </a:pPr>
            <a:r>
              <a:rPr lang="en-GB" b="1" dirty="0">
                <a:solidFill>
                  <a:schemeClr val="tx2"/>
                </a:solidFill>
              </a:rPr>
              <a:t>	</a:t>
            </a:r>
            <a:r>
              <a:rPr lang="en-GB" dirty="0">
                <a:solidFill>
                  <a:schemeClr val="tx2"/>
                </a:solidFill>
              </a:rPr>
              <a:t>Soil moisture sensors, automated irrigation 	systems, and livestock monitoring.</a:t>
            </a:r>
          </a:p>
          <a:p>
            <a:r>
              <a:rPr lang="en-GB" b="1" dirty="0">
                <a:solidFill>
                  <a:schemeClr val="tx2"/>
                </a:solidFill>
              </a:rPr>
              <a:t>Transportation and Logistics</a:t>
            </a:r>
          </a:p>
          <a:p>
            <a:pPr marL="457200" lvl="1" indent="0">
              <a:buNone/>
            </a:pPr>
            <a:r>
              <a:rPr lang="en-GB" dirty="0">
                <a:solidFill>
                  <a:schemeClr val="tx2"/>
                </a:solidFill>
              </a:rPr>
              <a:t>	Fleet management systems, smart logistics, and real-	time tracking.</a:t>
            </a:r>
          </a:p>
          <a:p>
            <a:pPr>
              <a:buFont typeface="Arial" panose="020B0604020202020204" pitchFamily="34" charset="0"/>
              <a:buChar char="•"/>
            </a:pPr>
            <a:r>
              <a:rPr lang="en-GB" b="1" dirty="0">
                <a:solidFill>
                  <a:schemeClr val="tx2"/>
                </a:solidFill>
              </a:rPr>
              <a:t>Smart Homes</a:t>
            </a:r>
            <a:endParaRPr lang="en-GB" dirty="0">
              <a:solidFill>
                <a:schemeClr val="tx2"/>
              </a:solidFill>
            </a:endParaRPr>
          </a:p>
          <a:p>
            <a:pPr marL="457200" lvl="1" indent="0">
              <a:buNone/>
            </a:pPr>
            <a:r>
              <a:rPr lang="en-GB" dirty="0">
                <a:solidFill>
                  <a:schemeClr val="tx2"/>
                </a:solidFill>
              </a:rPr>
              <a:t>	 Automation and control of home systems such as 	lighting, heating, security, and appliances.</a:t>
            </a:r>
          </a:p>
          <a:p>
            <a:pPr>
              <a:buFont typeface="Arial" panose="020B0604020202020204" pitchFamily="34" charset="0"/>
              <a:buChar char="•"/>
            </a:pPr>
            <a:r>
              <a:rPr lang="en-GB" b="1" dirty="0">
                <a:solidFill>
                  <a:schemeClr val="tx2"/>
                </a:solidFill>
              </a:rPr>
              <a:t> Healthcare (IoT in Medicine)</a:t>
            </a:r>
          </a:p>
          <a:p>
            <a:pPr marL="457200" lvl="1" indent="0">
              <a:buNone/>
            </a:pPr>
            <a:r>
              <a:rPr lang="en-GB" dirty="0">
                <a:solidFill>
                  <a:schemeClr val="tx2"/>
                </a:solidFill>
              </a:rPr>
              <a:t>	Remote monitoring and management of health 	conditions.</a:t>
            </a:r>
            <a:endParaRPr lang="en-GB" b="1" dirty="0">
              <a:solidFill>
                <a:schemeClr val="tx2"/>
              </a:solidFill>
            </a:endParaRPr>
          </a:p>
          <a:p>
            <a:pPr>
              <a:buFont typeface="Arial" panose="020B0604020202020204" pitchFamily="34" charset="0"/>
              <a:buChar char="•"/>
            </a:pPr>
            <a:endParaRPr lang="en-GB" dirty="0">
              <a:solidFill>
                <a:schemeClr val="tx2"/>
              </a:solidFill>
            </a:endParaRP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7</a:t>
            </a:fld>
            <a:endParaRPr lang="en-GB" dirty="0"/>
          </a:p>
        </p:txBody>
      </p:sp>
      <p:sp>
        <p:nvSpPr>
          <p:cNvPr id="11" name="!!Rectangle 7">
            <a:extLst>
              <a:ext uri="{FF2B5EF4-FFF2-40B4-BE49-F238E27FC236}">
                <a16:creationId xmlns:a16="http://schemas.microsoft.com/office/drawing/2014/main" id="{63953FFC-832C-DCB6-4C48-2DAF28C7F1D3}"/>
              </a:ext>
              <a:ext uri="{C183D7F6-B498-43B3-948B-1728B52AA6E4}">
                <adec:decorative xmlns:adec="http://schemas.microsoft.com/office/drawing/2017/decorative" val="1"/>
              </a:ext>
            </a:extLst>
          </p:cNvPr>
          <p:cNvSpPr/>
          <p:nvPr/>
        </p:nvSpPr>
        <p:spPr>
          <a:xfrm>
            <a:off x="1152289" y="6540665"/>
            <a:ext cx="2552123" cy="173829"/>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Introduction</a:t>
            </a:r>
          </a:p>
        </p:txBody>
      </p:sp>
      <p:sp>
        <p:nvSpPr>
          <p:cNvPr id="12" name="!!Rectangle 8">
            <a:extLst>
              <a:ext uri="{FF2B5EF4-FFF2-40B4-BE49-F238E27FC236}">
                <a16:creationId xmlns:a16="http://schemas.microsoft.com/office/drawing/2014/main" id="{FAE1DEBC-EF4E-8075-7072-B43C9D0CF76F}"/>
              </a:ext>
              <a:ext uri="{C183D7F6-B498-43B3-948B-1728B52AA6E4}">
                <adec:decorative xmlns:adec="http://schemas.microsoft.com/office/drawing/2017/decorative" val="1"/>
              </a:ext>
            </a:extLst>
          </p:cNvPr>
          <p:cNvSpPr/>
          <p:nvPr/>
        </p:nvSpPr>
        <p:spPr>
          <a:xfrm>
            <a:off x="3697432" y="6540665"/>
            <a:ext cx="2552123" cy="18081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Protocols</a:t>
            </a:r>
          </a:p>
        </p:txBody>
      </p:sp>
      <p:sp>
        <p:nvSpPr>
          <p:cNvPr id="13" name="!!Rectangle 10">
            <a:extLst>
              <a:ext uri="{FF2B5EF4-FFF2-40B4-BE49-F238E27FC236}">
                <a16:creationId xmlns:a16="http://schemas.microsoft.com/office/drawing/2014/main" id="{E8D0742C-F058-0C35-D05F-BA3B394B664F}"/>
              </a:ext>
              <a:ext uri="{C183D7F6-B498-43B3-948B-1728B52AA6E4}">
                <adec:decorative xmlns:adec="http://schemas.microsoft.com/office/drawing/2017/decorative" val="1"/>
              </a:ext>
            </a:extLst>
          </p:cNvPr>
          <p:cNvSpPr/>
          <p:nvPr/>
        </p:nvSpPr>
        <p:spPr>
          <a:xfrm>
            <a:off x="6249555" y="6361476"/>
            <a:ext cx="2552123"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Application</a:t>
            </a:r>
          </a:p>
        </p:txBody>
      </p:sp>
      <p:sp>
        <p:nvSpPr>
          <p:cNvPr id="14" name="!!Rectangle 11">
            <a:extLst>
              <a:ext uri="{FF2B5EF4-FFF2-40B4-BE49-F238E27FC236}">
                <a16:creationId xmlns:a16="http://schemas.microsoft.com/office/drawing/2014/main" id="{4E22BF83-BE34-4EBF-CA4F-4CB41B5F1F10}"/>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Course plan</a:t>
            </a:r>
          </a:p>
        </p:txBody>
      </p:sp>
      <p:sp>
        <p:nvSpPr>
          <p:cNvPr id="15" name="Isosceles Triangle 14">
            <a:extLst>
              <a:ext uri="{FF2B5EF4-FFF2-40B4-BE49-F238E27FC236}">
                <a16:creationId xmlns:a16="http://schemas.microsoft.com/office/drawing/2014/main" id="{864C39BF-CA23-04E0-7644-5AEACF64BEAA}"/>
              </a:ext>
              <a:ext uri="{C183D7F6-B498-43B3-948B-1728B52AA6E4}">
                <adec:decorative xmlns:adec="http://schemas.microsoft.com/office/drawing/2017/decorative" val="1"/>
              </a:ext>
            </a:extLst>
          </p:cNvPr>
          <p:cNvSpPr/>
          <p:nvPr/>
        </p:nvSpPr>
        <p:spPr>
          <a:xfrm rot="10800000">
            <a:off x="7382769" y="6223436"/>
            <a:ext cx="142847" cy="9156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286290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a:solidFill>
            <a:schemeClr val="tx2"/>
          </a:solidFill>
        </p:spPr>
        <p:txBody>
          <a:bodyPr rtlCol="0"/>
          <a:lstStyle/>
          <a:p>
            <a:pPr marL="685800" indent="-685800" rtl="0">
              <a:buFont typeface="Arial" panose="020B0604020202020204" pitchFamily="34" charset="0"/>
              <a:buChar char="•"/>
            </a:pPr>
            <a:r>
              <a:rPr lang="en-GB" b="1" dirty="0"/>
              <a:t>Datasheet</a:t>
            </a:r>
            <a:br>
              <a:rPr lang="en-GB" b="1" dirty="0"/>
            </a:br>
            <a:r>
              <a:rPr lang="en-GB" sz="4000" b="1" dirty="0"/>
              <a:t>ESP8266</a:t>
            </a:r>
            <a:br>
              <a:rPr lang="en-GB" sz="4000" b="1" dirty="0"/>
            </a:br>
            <a:br>
              <a:rPr lang="en-GB" sz="4000" b="1" dirty="0"/>
            </a:br>
            <a:r>
              <a:rPr lang="en-GB" sz="4000" b="1" dirty="0"/>
              <a:t>-</a:t>
            </a:r>
            <a:r>
              <a:rPr lang="en-GB" sz="2800" b="1" dirty="0"/>
              <a:t>GPIO pins</a:t>
            </a:r>
            <a:br>
              <a:rPr lang="en-GB" sz="2800" b="1" dirty="0"/>
            </a:br>
            <a:r>
              <a:rPr lang="en-GB" sz="2800" b="1" dirty="0"/>
              <a:t>-3.3v</a:t>
            </a:r>
            <a:br>
              <a:rPr lang="en-GB" sz="2800" b="1" dirty="0"/>
            </a:br>
            <a:r>
              <a:rPr lang="en-GB" sz="2800" b="1" dirty="0"/>
              <a:t>-GND</a:t>
            </a:r>
            <a:br>
              <a:rPr lang="en-GB" sz="2800" b="1" dirty="0"/>
            </a:br>
            <a:r>
              <a:rPr lang="en-GB" sz="2800" b="1" dirty="0"/>
              <a:t>-Analog Pin</a:t>
            </a:r>
            <a:br>
              <a:rPr lang="en-GB" sz="2800" b="1" dirty="0"/>
            </a:br>
            <a:r>
              <a:rPr lang="en-GB" sz="2800" b="1" dirty="0"/>
              <a:t>-Reset and Flash</a:t>
            </a:r>
            <a:br>
              <a:rPr lang="en-GB" sz="2800" b="1" dirty="0"/>
            </a:br>
            <a:r>
              <a:rPr lang="en-GB" sz="2800" b="1" dirty="0"/>
              <a:t>-UART</a:t>
            </a:r>
            <a:br>
              <a:rPr lang="en-GB" sz="2800" b="1" dirty="0"/>
            </a:br>
            <a:endParaRPr lang="en-GB" sz="2800" b="1" dirty="0"/>
          </a:p>
        </p:txBody>
      </p:sp>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8</a:t>
            </a:fld>
            <a:endParaRPr lang="en-GB"/>
          </a:p>
        </p:txBody>
      </p:sp>
      <p:sp>
        <p:nvSpPr>
          <p:cNvPr id="10" name="Isosceles Triangle 9">
            <a:extLst>
              <a:ext uri="{FF2B5EF4-FFF2-40B4-BE49-F238E27FC236}">
                <a16:creationId xmlns:a16="http://schemas.microsoft.com/office/drawing/2014/main" id="{792980D7-ED01-4955-83DB-59BA18C94FBA}"/>
              </a:ext>
              <a:ext uri="{C183D7F6-B498-43B3-948B-1728B52AA6E4}">
                <adec:decorative xmlns:adec="http://schemas.microsoft.com/office/drawing/2017/decorative" val="1"/>
              </a:ext>
            </a:extLst>
          </p:cNvPr>
          <p:cNvSpPr/>
          <p:nvPr/>
        </p:nvSpPr>
        <p:spPr>
          <a:xfrm rot="10800000">
            <a:off x="10006315"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pic>
        <p:nvPicPr>
          <p:cNvPr id="12" name="Content Placeholder 11">
            <a:extLst>
              <a:ext uri="{FF2B5EF4-FFF2-40B4-BE49-F238E27FC236}">
                <a16:creationId xmlns:a16="http://schemas.microsoft.com/office/drawing/2014/main" id="{9EEBE2DC-0FF0-79B3-6C47-68490C0F2C2B}"/>
              </a:ext>
            </a:extLst>
          </p:cNvPr>
          <p:cNvPicPr>
            <a:picLocks noGrp="1" noChangeAspect="1"/>
          </p:cNvPicPr>
          <p:nvPr>
            <p:ph idx="1"/>
          </p:nvPr>
        </p:nvPicPr>
        <p:blipFill>
          <a:blip r:embed="rId3"/>
          <a:srcRect/>
          <a:stretch/>
        </p:blipFill>
        <p:spPr>
          <a:xfrm>
            <a:off x="4885267" y="647267"/>
            <a:ext cx="6866466" cy="5423334"/>
          </a:xfrm>
        </p:spPr>
      </p:pic>
      <p:sp>
        <p:nvSpPr>
          <p:cNvPr id="14" name="!!Rectangle 7">
            <a:extLst>
              <a:ext uri="{FF2B5EF4-FFF2-40B4-BE49-F238E27FC236}">
                <a16:creationId xmlns:a16="http://schemas.microsoft.com/office/drawing/2014/main" id="{1B264002-454A-7569-F90B-D8B056FC905E}"/>
              </a:ext>
              <a:ext uri="{C183D7F6-B498-43B3-948B-1728B52AA6E4}">
                <adec:decorative xmlns:adec="http://schemas.microsoft.com/office/drawing/2017/decorative" val="1"/>
              </a:ext>
            </a:extLst>
          </p:cNvPr>
          <p:cNvSpPr/>
          <p:nvPr/>
        </p:nvSpPr>
        <p:spPr>
          <a:xfrm>
            <a:off x="1152289" y="6540665"/>
            <a:ext cx="2552123" cy="173829"/>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Introduction</a:t>
            </a:r>
          </a:p>
        </p:txBody>
      </p:sp>
      <p:sp>
        <p:nvSpPr>
          <p:cNvPr id="15" name="!!Rectangle 8">
            <a:extLst>
              <a:ext uri="{FF2B5EF4-FFF2-40B4-BE49-F238E27FC236}">
                <a16:creationId xmlns:a16="http://schemas.microsoft.com/office/drawing/2014/main" id="{0E79A811-C7A7-4F69-31A0-787ED5A8B06E}"/>
              </a:ext>
              <a:ext uri="{C183D7F6-B498-43B3-948B-1728B52AA6E4}">
                <adec:decorative xmlns:adec="http://schemas.microsoft.com/office/drawing/2017/decorative" val="1"/>
              </a:ext>
            </a:extLst>
          </p:cNvPr>
          <p:cNvSpPr/>
          <p:nvPr/>
        </p:nvSpPr>
        <p:spPr>
          <a:xfrm>
            <a:off x="3697432" y="6540665"/>
            <a:ext cx="2552123" cy="18081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Protocols</a:t>
            </a:r>
          </a:p>
        </p:txBody>
      </p:sp>
      <p:sp>
        <p:nvSpPr>
          <p:cNvPr id="16" name="!!Rectangle 10">
            <a:extLst>
              <a:ext uri="{FF2B5EF4-FFF2-40B4-BE49-F238E27FC236}">
                <a16:creationId xmlns:a16="http://schemas.microsoft.com/office/drawing/2014/main" id="{C282596E-49EE-BD8D-4624-98BBD8C8B7B8}"/>
              </a:ext>
              <a:ext uri="{C183D7F6-B498-43B3-948B-1728B52AA6E4}">
                <adec:decorative xmlns:adec="http://schemas.microsoft.com/office/drawing/2017/decorative" val="1"/>
              </a:ext>
            </a:extLst>
          </p:cNvPr>
          <p:cNvSpPr/>
          <p:nvPr/>
        </p:nvSpPr>
        <p:spPr>
          <a:xfrm>
            <a:off x="6249555" y="6361476"/>
            <a:ext cx="2552123"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Application</a:t>
            </a:r>
          </a:p>
        </p:txBody>
      </p:sp>
      <p:sp>
        <p:nvSpPr>
          <p:cNvPr id="17" name="!!Rectangle 11">
            <a:extLst>
              <a:ext uri="{FF2B5EF4-FFF2-40B4-BE49-F238E27FC236}">
                <a16:creationId xmlns:a16="http://schemas.microsoft.com/office/drawing/2014/main" id="{8B209C99-788F-38F8-DEE2-4128AE26CAD8}"/>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Course plan</a:t>
            </a:r>
          </a:p>
        </p:txBody>
      </p:sp>
      <p:sp>
        <p:nvSpPr>
          <p:cNvPr id="18" name="Isosceles Triangle 17">
            <a:extLst>
              <a:ext uri="{FF2B5EF4-FFF2-40B4-BE49-F238E27FC236}">
                <a16:creationId xmlns:a16="http://schemas.microsoft.com/office/drawing/2014/main" id="{BEF4E86C-6CAF-5110-76E0-F95D6975E80E}"/>
              </a:ext>
              <a:ext uri="{C183D7F6-B498-43B3-948B-1728B52AA6E4}">
                <adec:decorative xmlns:adec="http://schemas.microsoft.com/office/drawing/2017/decorative" val="1"/>
              </a:ext>
            </a:extLst>
          </p:cNvPr>
          <p:cNvSpPr/>
          <p:nvPr/>
        </p:nvSpPr>
        <p:spPr>
          <a:xfrm rot="10800000">
            <a:off x="7382769" y="6223436"/>
            <a:ext cx="142847" cy="9156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6132914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DC5365-EA36-45A8-8DBD-A6D8461EB21D}"/>
              </a:ext>
            </a:extLst>
          </p:cNvPr>
          <p:cNvSpPr>
            <a:spLocks noGrp="1"/>
          </p:cNvSpPr>
          <p:nvPr>
            <p:ph type="title"/>
          </p:nvPr>
        </p:nvSpPr>
        <p:spPr>
          <a:xfrm>
            <a:off x="6249556" y="611077"/>
            <a:ext cx="5104244" cy="833663"/>
          </a:xfrm>
          <a:solidFill>
            <a:schemeClr val="tx2"/>
          </a:solidFill>
        </p:spPr>
        <p:txBody>
          <a:bodyPr rtlCol="0"/>
          <a:lstStyle/>
          <a:p>
            <a:pPr rtl="0"/>
            <a:r>
              <a:rPr lang="en-GB" dirty="0"/>
              <a:t>Course plan</a:t>
            </a:r>
          </a:p>
        </p:txBody>
      </p:sp>
      <p:pic>
        <p:nvPicPr>
          <p:cNvPr id="7" name="Picture Placeholder 6">
            <a:extLst>
              <a:ext uri="{FF2B5EF4-FFF2-40B4-BE49-F238E27FC236}">
                <a16:creationId xmlns:a16="http://schemas.microsoft.com/office/drawing/2014/main" id="{2052C005-14A2-483C-8C1A-A3D21FF82E05}"/>
              </a:ext>
            </a:extLst>
          </p:cNvPr>
          <p:cNvPicPr>
            <a:picLocks noGrp="1" noChangeAspect="1"/>
          </p:cNvPicPr>
          <p:nvPr>
            <p:ph type="pic" idx="11"/>
          </p:nvPr>
        </p:nvPicPr>
        <p:blipFill>
          <a:blip r:embed="rId3"/>
          <a:srcRect/>
          <a:stretch/>
        </p:blipFill>
        <p:spPr>
          <a:xfrm>
            <a:off x="-1843087" y="1"/>
            <a:ext cx="7939088" cy="6858000"/>
          </a:xfrm>
        </p:spPr>
      </p:pic>
      <p:sp>
        <p:nvSpPr>
          <p:cNvPr id="4" name="Content Placeholder 3">
            <a:extLst>
              <a:ext uri="{FF2B5EF4-FFF2-40B4-BE49-F238E27FC236}">
                <a16:creationId xmlns:a16="http://schemas.microsoft.com/office/drawing/2014/main" id="{0D250B89-C4D5-43CB-81F0-EFF4588D7E45}"/>
              </a:ext>
            </a:extLst>
          </p:cNvPr>
          <p:cNvSpPr>
            <a:spLocks noGrp="1"/>
          </p:cNvSpPr>
          <p:nvPr>
            <p:ph idx="1"/>
          </p:nvPr>
        </p:nvSpPr>
        <p:spPr>
          <a:xfrm>
            <a:off x="6117490" y="1739801"/>
            <a:ext cx="5505451" cy="4351338"/>
          </a:xfrm>
        </p:spPr>
        <p:txBody>
          <a:bodyPr rtlCol="0">
            <a:normAutofit/>
          </a:bodyPr>
          <a:lstStyle/>
          <a:p>
            <a:r>
              <a:rPr lang="en-GB" b="1" noProof="1">
                <a:solidFill>
                  <a:schemeClr val="tx2"/>
                </a:solidFill>
              </a:rPr>
              <a:t>Create Bluetooth chatapp</a:t>
            </a:r>
          </a:p>
          <a:p>
            <a:r>
              <a:rPr lang="en-GB" b="1" noProof="1">
                <a:solidFill>
                  <a:schemeClr val="tx2"/>
                </a:solidFill>
              </a:rPr>
              <a:t>Connect to Wi-Fi</a:t>
            </a:r>
            <a:endParaRPr lang="en-GB" noProof="1">
              <a:solidFill>
                <a:schemeClr val="tx2"/>
              </a:solidFill>
            </a:endParaRPr>
          </a:p>
          <a:p>
            <a:r>
              <a:rPr lang="en-GB" b="1" noProof="1">
                <a:solidFill>
                  <a:schemeClr val="tx2"/>
                </a:solidFill>
              </a:rPr>
              <a:t>Create basic web server</a:t>
            </a:r>
          </a:p>
          <a:p>
            <a:r>
              <a:rPr lang="en-GB" b="1" noProof="1">
                <a:solidFill>
                  <a:schemeClr val="tx2"/>
                </a:solidFill>
              </a:rPr>
              <a:t>Display sensor data in webpage</a:t>
            </a:r>
          </a:p>
          <a:p>
            <a:r>
              <a:rPr lang="en-GB" b="1" noProof="1">
                <a:solidFill>
                  <a:schemeClr val="tx2"/>
                </a:solidFill>
              </a:rPr>
              <a:t>Setup Blynk IOT</a:t>
            </a:r>
          </a:p>
          <a:p>
            <a:r>
              <a:rPr lang="en-GB" b="1" noProof="1">
                <a:solidFill>
                  <a:schemeClr val="tx2"/>
                </a:solidFill>
              </a:rPr>
              <a:t>Led control Blynk</a:t>
            </a:r>
          </a:p>
          <a:p>
            <a:endParaRPr lang="en-GB" noProof="1">
              <a:solidFill>
                <a:schemeClr val="tx2"/>
              </a:solidFill>
            </a:endParaRPr>
          </a:p>
        </p:txBody>
      </p:sp>
      <p:sp>
        <p:nvSpPr>
          <p:cNvPr id="5" name="Slide Number Placeholder 4">
            <a:extLst>
              <a:ext uri="{FF2B5EF4-FFF2-40B4-BE49-F238E27FC236}">
                <a16:creationId xmlns:a16="http://schemas.microsoft.com/office/drawing/2014/main" id="{B18C9971-C7D2-435E-9037-EB3D7CCAF12D}"/>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9</a:t>
            </a:fld>
            <a:endParaRPr lang="en-GB" dirty="0"/>
          </a:p>
        </p:txBody>
      </p:sp>
      <p:sp>
        <p:nvSpPr>
          <p:cNvPr id="10" name="!!Rectangle 7">
            <a:extLst>
              <a:ext uri="{FF2B5EF4-FFF2-40B4-BE49-F238E27FC236}">
                <a16:creationId xmlns:a16="http://schemas.microsoft.com/office/drawing/2014/main" id="{3964BA64-B4F9-B9DC-3FEE-EA184880AF33}"/>
              </a:ext>
              <a:ext uri="{C183D7F6-B498-43B3-948B-1728B52AA6E4}">
                <adec:decorative xmlns:adec="http://schemas.microsoft.com/office/drawing/2017/decorative" val="1"/>
              </a:ext>
            </a:extLst>
          </p:cNvPr>
          <p:cNvSpPr/>
          <p:nvPr/>
        </p:nvSpPr>
        <p:spPr>
          <a:xfrm>
            <a:off x="1152289" y="6540665"/>
            <a:ext cx="2552123" cy="173829"/>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Introduction</a:t>
            </a:r>
          </a:p>
        </p:txBody>
      </p:sp>
      <p:sp>
        <p:nvSpPr>
          <p:cNvPr id="11" name="!!Rectangle 8">
            <a:extLst>
              <a:ext uri="{FF2B5EF4-FFF2-40B4-BE49-F238E27FC236}">
                <a16:creationId xmlns:a16="http://schemas.microsoft.com/office/drawing/2014/main" id="{93014E49-C4D7-DF37-DEEE-4D37698E67C3}"/>
              </a:ext>
              <a:ext uri="{C183D7F6-B498-43B3-948B-1728B52AA6E4}">
                <adec:decorative xmlns:adec="http://schemas.microsoft.com/office/drawing/2017/decorative" val="1"/>
              </a:ext>
            </a:extLst>
          </p:cNvPr>
          <p:cNvSpPr/>
          <p:nvPr/>
        </p:nvSpPr>
        <p:spPr>
          <a:xfrm>
            <a:off x="3697432" y="6540665"/>
            <a:ext cx="2552123" cy="18081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Protocols</a:t>
            </a:r>
          </a:p>
        </p:txBody>
      </p:sp>
      <p:sp>
        <p:nvSpPr>
          <p:cNvPr id="12" name="!!Rectangle 10">
            <a:extLst>
              <a:ext uri="{FF2B5EF4-FFF2-40B4-BE49-F238E27FC236}">
                <a16:creationId xmlns:a16="http://schemas.microsoft.com/office/drawing/2014/main" id="{50B0634D-D163-3D31-9256-2306264F275C}"/>
              </a:ext>
              <a:ext uri="{C183D7F6-B498-43B3-948B-1728B52AA6E4}">
                <adec:decorative xmlns:adec="http://schemas.microsoft.com/office/drawing/2017/decorative" val="1"/>
              </a:ext>
            </a:extLst>
          </p:cNvPr>
          <p:cNvSpPr/>
          <p:nvPr/>
        </p:nvSpPr>
        <p:spPr>
          <a:xfrm>
            <a:off x="6249555" y="6540664"/>
            <a:ext cx="2552123" cy="18081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Application</a:t>
            </a:r>
          </a:p>
        </p:txBody>
      </p:sp>
      <p:sp>
        <p:nvSpPr>
          <p:cNvPr id="13" name="!!Rectangle 11">
            <a:extLst>
              <a:ext uri="{FF2B5EF4-FFF2-40B4-BE49-F238E27FC236}">
                <a16:creationId xmlns:a16="http://schemas.microsoft.com/office/drawing/2014/main" id="{E35CF06D-9487-D093-0144-C62F8AEACB10}"/>
              </a:ext>
              <a:ext uri="{C183D7F6-B498-43B3-948B-1728B52AA6E4}">
                <adec:decorative xmlns:adec="http://schemas.microsoft.com/office/drawing/2017/decorative" val="1"/>
              </a:ext>
            </a:extLst>
          </p:cNvPr>
          <p:cNvSpPr/>
          <p:nvPr/>
        </p:nvSpPr>
        <p:spPr>
          <a:xfrm>
            <a:off x="8801677" y="6361476"/>
            <a:ext cx="2552123" cy="360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GB" sz="1200" dirty="0"/>
              <a:t>Course plan</a:t>
            </a:r>
          </a:p>
        </p:txBody>
      </p:sp>
      <p:sp>
        <p:nvSpPr>
          <p:cNvPr id="14" name="Isosceles Triangle 13">
            <a:extLst>
              <a:ext uri="{FF2B5EF4-FFF2-40B4-BE49-F238E27FC236}">
                <a16:creationId xmlns:a16="http://schemas.microsoft.com/office/drawing/2014/main" id="{A1C4658B-5DBA-D3E9-F1D0-ADD21BD22E50}"/>
              </a:ext>
              <a:ext uri="{C183D7F6-B498-43B3-948B-1728B52AA6E4}">
                <adec:decorative xmlns:adec="http://schemas.microsoft.com/office/drawing/2017/decorative" val="1"/>
              </a:ext>
            </a:extLst>
          </p:cNvPr>
          <p:cNvSpPr/>
          <p:nvPr/>
        </p:nvSpPr>
        <p:spPr>
          <a:xfrm rot="10800000">
            <a:off x="10006314" y="6224125"/>
            <a:ext cx="142847" cy="9156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40579070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4479" r="4479"/>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589211"/>
            <a:ext cx="6273800" cy="833663"/>
          </a:xfrm>
          <a:solidFill>
            <a:schemeClr val="tx2"/>
          </a:solidFill>
        </p:spPr>
        <p:txBody>
          <a:bodyPr rtlCol="0"/>
          <a:lstStyle/>
          <a:p>
            <a:pPr rtl="0"/>
            <a:r>
              <a:rPr lang="en-GB" b="1" dirty="0"/>
              <a:t>Temperature sensor</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normAutofit/>
          </a:bodyPr>
          <a:lstStyle/>
          <a:p>
            <a:pPr rtl="0"/>
            <a:r>
              <a:rPr lang="en-GB" noProof="1">
                <a:solidFill>
                  <a:schemeClr val="tx2"/>
                </a:solidFill>
              </a:rPr>
              <a:t>Temperature sensors are essential for a wide range of applications from industrial processes to consumer electronics. Understanding their working principles and types helps in selecting the right sensor for your specific needs.</a:t>
            </a:r>
          </a:p>
          <a:p>
            <a:pPr rtl="0"/>
            <a:r>
              <a:rPr lang="en-GB" noProof="1">
                <a:solidFill>
                  <a:schemeClr val="tx2"/>
                </a:solidFill>
              </a:rPr>
              <a:t>Thermocouples (Seebeck effect)</a:t>
            </a:r>
          </a:p>
          <a:p>
            <a:pPr rtl="0"/>
            <a:r>
              <a:rPr lang="en-GB" noProof="1">
                <a:solidFill>
                  <a:schemeClr val="tx2"/>
                </a:solidFill>
              </a:rPr>
              <a:t>RTDs (Resistance Temperature Detectors)</a:t>
            </a:r>
          </a:p>
          <a:p>
            <a:pPr rtl="0"/>
            <a:r>
              <a:rPr lang="en-GB" noProof="1">
                <a:solidFill>
                  <a:schemeClr val="tx2"/>
                </a:solidFill>
              </a:rPr>
              <a:t>Thermistors*</a:t>
            </a:r>
          </a:p>
          <a:p>
            <a:pPr rtl="0"/>
            <a:r>
              <a:rPr lang="en-GB" noProof="1">
                <a:solidFill>
                  <a:schemeClr val="tx2"/>
                </a:solidFill>
              </a:rPr>
              <a:t>Semiconductor Sensors</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10</a:t>
            </a:fld>
            <a:endParaRPr lang="en-GB" dirty="0"/>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dirty="0"/>
          </a:p>
        </p:txBody>
      </p:sp>
    </p:spTree>
    <p:extLst>
      <p:ext uri="{BB962C8B-B14F-4D97-AF65-F5344CB8AC3E}">
        <p14:creationId xmlns:p14="http://schemas.microsoft.com/office/powerpoint/2010/main" val="23067599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ABF3061-4C8A-CCAB-AC37-505DB64FF160}"/>
              </a:ext>
            </a:extLst>
          </p:cNvPr>
          <p:cNvPicPr>
            <a:picLocks noChangeAspect="1"/>
          </p:cNvPicPr>
          <p:nvPr/>
        </p:nvPicPr>
        <p:blipFill>
          <a:blip r:embed="rId3"/>
          <a:srcRect/>
          <a:stretch/>
        </p:blipFill>
        <p:spPr>
          <a:xfrm flipH="1">
            <a:off x="-49100" y="-1"/>
            <a:ext cx="9561313" cy="6858001"/>
          </a:xfrm>
          <a:prstGeom prst="rect">
            <a:avLst/>
          </a:prstGeom>
        </p:spPr>
      </p:pic>
      <p:sp>
        <p:nvSpPr>
          <p:cNvPr id="13" name="Rectangle 12">
            <a:extLst>
              <a:ext uri="{FF2B5EF4-FFF2-40B4-BE49-F238E27FC236}">
                <a16:creationId xmlns:a16="http://schemas.microsoft.com/office/drawing/2014/main" id="{3D97FD29-3BFA-353A-11D0-E913801F2AD6}"/>
              </a:ext>
            </a:extLst>
          </p:cNvPr>
          <p:cNvSpPr/>
          <p:nvPr/>
        </p:nvSpPr>
        <p:spPr>
          <a:xfrm>
            <a:off x="4624939" y="1514225"/>
            <a:ext cx="7074569" cy="411961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4942071" y="955832"/>
            <a:ext cx="4989396" cy="1551573"/>
          </a:xfrm>
        </p:spPr>
        <p:txBody>
          <a:bodyPr rtlCol="0"/>
          <a:lstStyle/>
          <a:p>
            <a:pPr rtl="0"/>
            <a:r>
              <a:rPr lang="en-GB" b="1" dirty="0"/>
              <a:t>DHT11 sensor</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4942071" y="2638448"/>
            <a:ext cx="6019813" cy="2705327"/>
          </a:xfrm>
        </p:spPr>
        <p:txBody>
          <a:bodyPr rtlCol="0">
            <a:normAutofit lnSpcReduction="10000"/>
          </a:bodyPr>
          <a:lstStyle/>
          <a:p>
            <a:pPr rtl="0"/>
            <a:r>
              <a:rPr lang="en-GB" dirty="0"/>
              <a:t>The DHT11 uses a capacitive humidity sensor. It consists of two electrodes with a moisture-holding substrate between them. As the humidity changes, the conductivity of the substrate changes, affecting the capacitance between the electrodes.</a:t>
            </a:r>
          </a:p>
          <a:p>
            <a:pPr rtl="0"/>
            <a:r>
              <a:rPr lang="en-GB" dirty="0"/>
              <a:t>The temperature sensor is a thermistor, a type of resistor whose resistance changes with temperature. It is typically a Negative Temperature Coefficient (NTC) thermistor, meaning its resistance decreases as the temperature increases.</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11</a:t>
            </a:fld>
            <a:endParaRPr lang="en-GB"/>
          </a:p>
        </p:txBody>
      </p:sp>
    </p:spTree>
    <p:extLst>
      <p:ext uri="{BB962C8B-B14F-4D97-AF65-F5344CB8AC3E}">
        <p14:creationId xmlns:p14="http://schemas.microsoft.com/office/powerpoint/2010/main" val="762814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Humidity Sensor</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a:bodyPr>
          <a:lstStyle/>
          <a:p>
            <a:pPr rtl="0"/>
            <a:r>
              <a:rPr lang="en-GB" dirty="0">
                <a:solidFill>
                  <a:schemeClr val="tx2"/>
                </a:solidFill>
              </a:rPr>
              <a:t>The core component of the humidity sensor in the DHT11 is a capacitive element.</a:t>
            </a:r>
          </a:p>
          <a:p>
            <a:pPr rtl="0"/>
            <a:r>
              <a:rPr lang="en-GB" dirty="0">
                <a:solidFill>
                  <a:schemeClr val="tx2"/>
                </a:solidFill>
              </a:rPr>
              <a:t>This element consists of two electrodes with a moisture-sensitive dielectric polymer layer between them. The polymer can absorb and release water vapor, altering its capacitance in response to changes in humidity.</a:t>
            </a:r>
          </a:p>
          <a:p>
            <a:pPr rtl="0"/>
            <a:r>
              <a:rPr lang="en-GB" dirty="0">
                <a:solidFill>
                  <a:schemeClr val="tx2"/>
                </a:solidFill>
              </a:rPr>
              <a:t> As the relative humidity in the air changes, the dielectric constant of the polymer changes due to the absorption or desorption of water vapor. This alters the capacitance between the electrodes.</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12</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Tree>
    <p:extLst>
      <p:ext uri="{BB962C8B-B14F-4D97-AF65-F5344CB8AC3E}">
        <p14:creationId xmlns:p14="http://schemas.microsoft.com/office/powerpoint/2010/main" val="651324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Temperature sensor</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lnSpcReduction="10000"/>
          </a:bodyPr>
          <a:lstStyle/>
          <a:p>
            <a:pPr rtl="0"/>
            <a:r>
              <a:rPr lang="en-GB" dirty="0">
                <a:solidFill>
                  <a:schemeClr val="tx2"/>
                </a:solidFill>
              </a:rPr>
              <a:t>The DHT11 sensor uses Thermistor to measure temperature.</a:t>
            </a:r>
          </a:p>
          <a:p>
            <a:pPr rtl="0"/>
            <a:r>
              <a:rPr lang="en-GB" dirty="0">
                <a:solidFill>
                  <a:schemeClr val="tx2"/>
                </a:solidFill>
              </a:rPr>
              <a:t>A thermistor is a type of resistor whose resistance varies significantly with temperature.</a:t>
            </a:r>
          </a:p>
          <a:p>
            <a:pPr rtl="0"/>
            <a:r>
              <a:rPr lang="en-GB" dirty="0">
                <a:solidFill>
                  <a:schemeClr val="tx2"/>
                </a:solidFill>
              </a:rPr>
              <a:t>The DHT11 uses a Negative Temperature Coefficient (NTC) thermistor, which means its resistance decreases as the temperature increases.</a:t>
            </a:r>
          </a:p>
          <a:p>
            <a:pPr rtl="0"/>
            <a:r>
              <a:rPr lang="en-GB" dirty="0">
                <a:solidFill>
                  <a:schemeClr val="tx2"/>
                </a:solidFill>
              </a:rPr>
              <a:t>This IC applies a known voltage across the thermistor and measures the current flowing through it, or it measures the voltage drop across a series resistor to determine the resistance of the thermistor.</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13</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Tree>
    <p:extLst>
      <p:ext uri="{BB962C8B-B14F-4D97-AF65-F5344CB8AC3E}">
        <p14:creationId xmlns:p14="http://schemas.microsoft.com/office/powerpoint/2010/main" val="2609940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Circuit for dht11</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a:bodyPr>
          <a:lstStyle/>
          <a:p>
            <a:pPr rtl="0"/>
            <a:r>
              <a:rPr lang="en-GB" dirty="0">
                <a:solidFill>
                  <a:schemeClr val="tx2"/>
                </a:solidFill>
              </a:rPr>
              <a:t>Connect the dht11 with esp8266 as shown.</a:t>
            </a:r>
          </a:p>
          <a:p>
            <a:pPr rtl="0"/>
            <a:r>
              <a:rPr lang="en-GB" dirty="0">
                <a:solidFill>
                  <a:schemeClr val="tx2"/>
                </a:solidFill>
              </a:rPr>
              <a:t>The VCC and data needs to be connected using a 10K ohm resistor.</a:t>
            </a:r>
          </a:p>
          <a:p>
            <a:pPr rtl="0"/>
            <a:r>
              <a:rPr lang="en-GB" dirty="0">
                <a:solidFill>
                  <a:schemeClr val="tx2"/>
                </a:solidFill>
              </a:rPr>
              <a:t>Normally this would be done with a breakout board.</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14</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Tree>
    <p:extLst>
      <p:ext uri="{BB962C8B-B14F-4D97-AF65-F5344CB8AC3E}">
        <p14:creationId xmlns:p14="http://schemas.microsoft.com/office/powerpoint/2010/main" val="1076701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Installing DHT library</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a:bodyPr>
          <a:lstStyle/>
          <a:p>
            <a:pPr rtl="0"/>
            <a:r>
              <a:rPr lang="en-GB" dirty="0">
                <a:solidFill>
                  <a:schemeClr val="tx2"/>
                </a:solidFill>
              </a:rPr>
              <a:t>In the Library Manager window, you will see a search bar at the top right.</a:t>
            </a:r>
          </a:p>
          <a:p>
            <a:pPr rtl="0"/>
            <a:r>
              <a:rPr lang="en-GB" dirty="0">
                <a:solidFill>
                  <a:schemeClr val="tx2"/>
                </a:solidFill>
              </a:rPr>
              <a:t>Type in DHT or DHT sensor library to search for the library.</a:t>
            </a:r>
          </a:p>
          <a:p>
            <a:pPr rtl="0"/>
            <a:r>
              <a:rPr lang="en-GB" dirty="0">
                <a:solidFill>
                  <a:schemeClr val="tx2"/>
                </a:solidFill>
              </a:rPr>
              <a:t>Look for the library named DHT sensor library by Adafruit in the list of results.</a:t>
            </a:r>
          </a:p>
          <a:p>
            <a:pPr rtl="0"/>
            <a:r>
              <a:rPr lang="en-GB" dirty="0">
                <a:solidFill>
                  <a:schemeClr val="tx2"/>
                </a:solidFill>
              </a:rPr>
              <a:t>Click on the Install button next to the library. The Library Manager will download and install the library.</a:t>
            </a:r>
          </a:p>
          <a:p>
            <a:pPr rtl="0"/>
            <a:r>
              <a:rPr lang="en-GB" dirty="0">
                <a:solidFill>
                  <a:schemeClr val="tx2"/>
                </a:solidFill>
              </a:rPr>
              <a:t>If this doesn’t work you can manually install the library from GitHub.</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15</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
        <p:nvSpPr>
          <p:cNvPr id="11" name="Rectangle 10">
            <a:extLst>
              <a:ext uri="{FF2B5EF4-FFF2-40B4-BE49-F238E27FC236}">
                <a16:creationId xmlns:a16="http://schemas.microsoft.com/office/drawing/2014/main" id="{17A7DB1B-F2EA-4578-E924-DDC6A72C9B10}"/>
              </a:ext>
            </a:extLst>
          </p:cNvPr>
          <p:cNvSpPr/>
          <p:nvPr/>
        </p:nvSpPr>
        <p:spPr>
          <a:xfrm>
            <a:off x="1129192" y="2620462"/>
            <a:ext cx="2368848" cy="1810389"/>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noFill/>
            </a:endParaRPr>
          </a:p>
        </p:txBody>
      </p:sp>
    </p:spTree>
    <p:extLst>
      <p:ext uri="{BB962C8B-B14F-4D97-AF65-F5344CB8AC3E}">
        <p14:creationId xmlns:p14="http://schemas.microsoft.com/office/powerpoint/2010/main" val="602239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DHT Sensor</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a:bodyPr>
          <a:lstStyle/>
          <a:p>
            <a:pPr rtl="0"/>
            <a:r>
              <a:rPr lang="en-GB" dirty="0">
                <a:solidFill>
                  <a:schemeClr val="tx2"/>
                </a:solidFill>
              </a:rPr>
              <a:t>This code effectively demonstrates how to use a DHT sensor to measure temperature and humidity. By reading the information sent by the sensor, it can be displayed on the Serial Monitor.</a:t>
            </a:r>
          </a:p>
          <a:p>
            <a:pPr rtl="0"/>
            <a:r>
              <a:rPr lang="en-GB" dirty="0">
                <a:solidFill>
                  <a:schemeClr val="tx2"/>
                </a:solidFill>
              </a:rPr>
              <a:t>Utilises DHT sensor library by Adafruit</a:t>
            </a:r>
          </a:p>
          <a:p>
            <a:pPr rtl="0"/>
            <a:r>
              <a:rPr lang="en-GB" dirty="0">
                <a:solidFill>
                  <a:schemeClr val="tx2"/>
                </a:solidFill>
              </a:rPr>
              <a:t>Stores humidity in float humidity</a:t>
            </a:r>
          </a:p>
          <a:p>
            <a:pPr rtl="0"/>
            <a:r>
              <a:rPr lang="en-GB" dirty="0">
                <a:solidFill>
                  <a:schemeClr val="tx2"/>
                </a:solidFill>
              </a:rPr>
              <a:t>Stores temperature in float temperature</a:t>
            </a:r>
          </a:p>
          <a:p>
            <a:pPr rtl="0"/>
            <a:r>
              <a:rPr lang="en-GB" dirty="0">
                <a:solidFill>
                  <a:schemeClr val="tx2"/>
                </a:solidFill>
              </a:rPr>
              <a:t>Displays both in serial monitor every two second</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16</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Tree>
    <p:extLst>
      <p:ext uri="{BB962C8B-B14F-4D97-AF65-F5344CB8AC3E}">
        <p14:creationId xmlns:p14="http://schemas.microsoft.com/office/powerpoint/2010/main" val="437007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C5037-DA4A-44E2-A9FB-84B1498768A7}"/>
              </a:ext>
            </a:extLst>
          </p:cNvPr>
          <p:cNvSpPr>
            <a:spLocks noGrp="1"/>
          </p:cNvSpPr>
          <p:nvPr>
            <p:ph type="title"/>
          </p:nvPr>
        </p:nvSpPr>
        <p:spPr/>
        <p:txBody>
          <a:bodyPr rtlCol="0"/>
          <a:lstStyle/>
          <a:p>
            <a:pPr rtl="0"/>
            <a:r>
              <a:rPr lang="en-GB" b="1" dirty="0">
                <a:latin typeface="Abadi" panose="020F0502020204030204" pitchFamily="34" charset="0"/>
              </a:rPr>
              <a:t>IOT Workshop</a:t>
            </a:r>
          </a:p>
        </p:txBody>
      </p:sp>
      <p:pic>
        <p:nvPicPr>
          <p:cNvPr id="29" name="Picture Placeholder 28">
            <a:extLst>
              <a:ext uri="{FF2B5EF4-FFF2-40B4-BE49-F238E27FC236}">
                <a16:creationId xmlns:a16="http://schemas.microsoft.com/office/drawing/2014/main" id="{AE2FE2E9-1D1E-404B-A659-DD19B5D66B5B}"/>
              </a:ext>
            </a:extLst>
          </p:cNvPr>
          <p:cNvPicPr>
            <a:picLocks noGrp="1" noChangeAspect="1"/>
          </p:cNvPicPr>
          <p:nvPr>
            <p:ph type="pic" idx="1"/>
          </p:nvPr>
        </p:nvPicPr>
        <p:blipFill>
          <a:blip r:embed="rId3"/>
          <a:srcRect/>
          <a:stretch/>
        </p:blipFill>
        <p:spPr/>
      </p:pic>
      <p:sp>
        <p:nvSpPr>
          <p:cNvPr id="6" name="Text Placeholder 5">
            <a:extLst>
              <a:ext uri="{FF2B5EF4-FFF2-40B4-BE49-F238E27FC236}">
                <a16:creationId xmlns:a16="http://schemas.microsoft.com/office/drawing/2014/main" id="{1397C2DB-90F2-4971-AC44-7CDDF5A3B552}"/>
              </a:ext>
            </a:extLst>
          </p:cNvPr>
          <p:cNvSpPr>
            <a:spLocks noGrp="1"/>
          </p:cNvSpPr>
          <p:nvPr>
            <p:ph type="body" sz="half" idx="2"/>
          </p:nvPr>
        </p:nvSpPr>
        <p:spPr/>
        <p:txBody>
          <a:bodyPr rtlCol="0"/>
          <a:lstStyle/>
          <a:p>
            <a:pPr rtl="0"/>
            <a:r>
              <a:rPr lang="en-GB" dirty="0"/>
              <a:t>Organised by </a:t>
            </a:r>
            <a:r>
              <a:rPr lang="en-GB" b="1" dirty="0"/>
              <a:t>KURC</a:t>
            </a:r>
            <a:r>
              <a:rPr lang="en-GB" dirty="0"/>
              <a:t> in collaboration with </a:t>
            </a:r>
            <a:r>
              <a:rPr lang="en-GB" b="1" dirty="0"/>
              <a:t>KUCC</a:t>
            </a:r>
          </a:p>
        </p:txBody>
      </p:sp>
      <p:sp>
        <p:nvSpPr>
          <p:cNvPr id="15" name="Slide Number Placeholder 14">
            <a:extLst>
              <a:ext uri="{FF2B5EF4-FFF2-40B4-BE49-F238E27FC236}">
                <a16:creationId xmlns:a16="http://schemas.microsoft.com/office/drawing/2014/main" id="{26F5C050-EB87-421A-8A5C-E6CB30102699}"/>
              </a:ext>
            </a:extLst>
          </p:cNvPr>
          <p:cNvSpPr>
            <a:spLocks noGrp="1"/>
          </p:cNvSpPr>
          <p:nvPr>
            <p:ph type="sldNum" sz="quarter" idx="10"/>
          </p:nvPr>
        </p:nvSpPr>
        <p:spPr/>
        <p:txBody>
          <a:bodyPr rtlCol="0"/>
          <a:lstStyle/>
          <a:p>
            <a:pPr rtl="0"/>
            <a:r>
              <a:rPr lang="en-GB"/>
              <a:t>PAGE </a:t>
            </a:r>
            <a:fld id="{4A9B5881-4007-4345-955A-79C2656F0C49}" type="slidenum">
              <a:rPr lang="en-GB" smtClean="0"/>
              <a:pPr rtl="0"/>
              <a:t>17</a:t>
            </a:fld>
            <a:endParaRPr lang="en-GB"/>
          </a:p>
        </p:txBody>
      </p:sp>
    </p:spTree>
    <p:extLst>
      <p:ext uri="{BB962C8B-B14F-4D97-AF65-F5344CB8AC3E}">
        <p14:creationId xmlns:p14="http://schemas.microsoft.com/office/powerpoint/2010/main" val="1394449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Steps:</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a:bodyPr>
          <a:lstStyle/>
          <a:p>
            <a:pPr rtl="0"/>
            <a:r>
              <a:rPr lang="en-GB" noProof="1">
                <a:solidFill>
                  <a:schemeClr val="tx2"/>
                </a:solidFill>
              </a:rPr>
              <a:t>Connect the Bluetooth Module to the Arduino:HC-05 TXD (Transmit) to Arduino D2 (Receive).</a:t>
            </a:r>
          </a:p>
          <a:p>
            <a:pPr rtl="0"/>
            <a:endParaRPr lang="en-GB" noProof="1">
              <a:solidFill>
                <a:schemeClr val="tx2"/>
              </a:solidFill>
            </a:endParaRPr>
          </a:p>
          <a:p>
            <a:pPr rtl="0"/>
            <a:r>
              <a:rPr lang="en-GB" noProof="1">
                <a:solidFill>
                  <a:schemeClr val="tx2"/>
                </a:solidFill>
              </a:rPr>
              <a:t>HC-05 RXD (Receive) to Arduino D3 (Transmit).</a:t>
            </a:r>
          </a:p>
          <a:p>
            <a:pPr rtl="0"/>
            <a:endParaRPr lang="en-GB" noProof="1">
              <a:solidFill>
                <a:schemeClr val="tx2"/>
              </a:solidFill>
            </a:endParaRPr>
          </a:p>
          <a:p>
            <a:pPr rtl="0"/>
            <a:r>
              <a:rPr lang="en-GB" noProof="1">
                <a:solidFill>
                  <a:schemeClr val="tx2"/>
                </a:solidFill>
              </a:rPr>
              <a:t>HC-05 VCC to Arduino 5V.HC-05 GND to Arduino GND.</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18</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rotWithShape="1">
          <a:blip r:embed="rId3"/>
          <a:srcRect l="11936"/>
          <a:stretch/>
        </p:blipFill>
        <p:spPr>
          <a:xfrm>
            <a:off x="392762" y="582208"/>
            <a:ext cx="6133439" cy="5968584"/>
          </a:xfrm>
        </p:spPr>
      </p:pic>
    </p:spTree>
    <p:extLst>
      <p:ext uri="{BB962C8B-B14F-4D97-AF65-F5344CB8AC3E}">
        <p14:creationId xmlns:p14="http://schemas.microsoft.com/office/powerpoint/2010/main" val="1997836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52320" y="719799"/>
            <a:ext cx="4989396" cy="1049356"/>
          </a:xfrm>
        </p:spPr>
        <p:txBody>
          <a:bodyPr rtlCol="0"/>
          <a:lstStyle/>
          <a:p>
            <a:pPr rtl="0"/>
            <a:r>
              <a:rPr lang="en-GB" b="1" dirty="0">
                <a:solidFill>
                  <a:schemeClr val="tx2"/>
                </a:solidFill>
              </a:rPr>
              <a:t>Bluetooth </a:t>
            </a:r>
            <a:r>
              <a:rPr lang="en-GB" b="1" dirty="0" err="1">
                <a:solidFill>
                  <a:schemeClr val="tx2"/>
                </a:solidFill>
              </a:rPr>
              <a:t>chatapp</a:t>
            </a:r>
            <a:endParaRPr lang="en-GB" b="1" dirty="0">
              <a:solidFill>
                <a:schemeClr val="tx2"/>
              </a:solidFill>
            </a:endParaRP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8" y="1829884"/>
            <a:ext cx="4989396" cy="3962585"/>
          </a:xfrm>
        </p:spPr>
        <p:txBody>
          <a:bodyPr rtlCol="0">
            <a:normAutofit lnSpcReduction="10000"/>
          </a:bodyPr>
          <a:lstStyle/>
          <a:p>
            <a:pPr rtl="0"/>
            <a:r>
              <a:rPr lang="en-GB" dirty="0">
                <a:solidFill>
                  <a:schemeClr val="tx2"/>
                </a:solidFill>
              </a:rPr>
              <a:t> </a:t>
            </a:r>
            <a:r>
              <a:rPr lang="en-GB" b="1" dirty="0" err="1">
                <a:solidFill>
                  <a:schemeClr val="tx2"/>
                </a:solidFill>
              </a:rPr>
              <a:t>SoftwareSerial</a:t>
            </a:r>
            <a:r>
              <a:rPr lang="en-GB" b="1" dirty="0">
                <a:solidFill>
                  <a:schemeClr val="tx2"/>
                </a:solidFill>
              </a:rPr>
              <a:t> library</a:t>
            </a:r>
            <a:r>
              <a:rPr lang="en-GB" dirty="0">
                <a:solidFill>
                  <a:schemeClr val="tx2"/>
                </a:solidFill>
              </a:rPr>
              <a:t>, which allows the Arduino to use additional serial ports for communication</a:t>
            </a:r>
            <a:r>
              <a:rPr lang="en-GB" dirty="0">
                <a:solidFill>
                  <a:srgbClr val="FF0000"/>
                </a:solidFill>
              </a:rPr>
              <a:t>.</a:t>
            </a:r>
          </a:p>
          <a:p>
            <a:pPr rtl="0"/>
            <a:r>
              <a:rPr lang="en-GB" b="1" dirty="0" err="1">
                <a:solidFill>
                  <a:schemeClr val="tx2"/>
                </a:solidFill>
              </a:rPr>
              <a:t>Serial.begin</a:t>
            </a:r>
            <a:r>
              <a:rPr lang="en-GB" b="1" dirty="0">
                <a:solidFill>
                  <a:schemeClr val="tx2"/>
                </a:solidFill>
              </a:rPr>
              <a:t>(115200);: </a:t>
            </a:r>
            <a:r>
              <a:rPr lang="en-GB" dirty="0">
                <a:solidFill>
                  <a:schemeClr val="tx2"/>
                </a:solidFill>
              </a:rPr>
              <a:t>Initializes the hardware serial communication at a baud rate of 115200. This is used for communication with the serial monitor on a computer.</a:t>
            </a:r>
          </a:p>
          <a:p>
            <a:pPr rtl="0"/>
            <a:r>
              <a:rPr lang="en-GB" b="1" dirty="0" err="1">
                <a:solidFill>
                  <a:schemeClr val="tx2"/>
                </a:solidFill>
              </a:rPr>
              <a:t>bluetooth.begin</a:t>
            </a:r>
            <a:r>
              <a:rPr lang="en-GB" b="1" dirty="0">
                <a:solidFill>
                  <a:schemeClr val="tx2"/>
                </a:solidFill>
              </a:rPr>
              <a:t>(9600);: </a:t>
            </a:r>
            <a:r>
              <a:rPr lang="en-GB" dirty="0">
                <a:solidFill>
                  <a:schemeClr val="tx2"/>
                </a:solidFill>
              </a:rPr>
              <a:t>Initializes the </a:t>
            </a:r>
            <a:r>
              <a:rPr lang="en-GB" dirty="0" err="1">
                <a:solidFill>
                  <a:schemeClr val="tx2"/>
                </a:solidFill>
              </a:rPr>
              <a:t>SoftwareSerial</a:t>
            </a:r>
            <a:r>
              <a:rPr lang="en-GB" dirty="0">
                <a:solidFill>
                  <a:schemeClr val="tx2"/>
                </a:solidFill>
              </a:rPr>
              <a:t> communication with the Bluetooth module.</a:t>
            </a:r>
          </a:p>
          <a:p>
            <a:pPr rtl="0"/>
            <a:r>
              <a:rPr lang="en-GB" b="1" dirty="0" err="1">
                <a:solidFill>
                  <a:schemeClr val="tx2"/>
                </a:solidFill>
              </a:rPr>
              <a:t>Serial.println</a:t>
            </a:r>
            <a:r>
              <a:rPr lang="en-GB" b="1" dirty="0">
                <a:solidFill>
                  <a:schemeClr val="tx2"/>
                </a:solidFill>
              </a:rPr>
              <a:t>("...")</a:t>
            </a:r>
            <a:r>
              <a:rPr lang="en-GB" dirty="0">
                <a:solidFill>
                  <a:schemeClr val="tx2"/>
                </a:solidFill>
              </a:rPr>
              <a:t>;: Prints a message to the serial monitor indicating that the Arduino is waiting for a Bluetooth connection.</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19</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07219" y="642938"/>
            <a:ext cx="6159997" cy="5968584"/>
          </a:xfrm>
        </p:spPr>
      </p:pic>
    </p:spTree>
    <p:extLst>
      <p:ext uri="{BB962C8B-B14F-4D97-AF65-F5344CB8AC3E}">
        <p14:creationId xmlns:p14="http://schemas.microsoft.com/office/powerpoint/2010/main" val="4120793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a:blip r:embed="rId3"/>
          <a:srcRect l="25521" r="25521"/>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6434120" y="2062492"/>
            <a:ext cx="5264942" cy="3798888"/>
          </a:xfrm>
        </p:spPr>
        <p:txBody>
          <a:bodyPr rtlCol="0"/>
          <a:lstStyle/>
          <a:p>
            <a:pPr rtl="0"/>
            <a:r>
              <a:rPr lang="en-GB" sz="2000" spc="0" dirty="0">
                <a:solidFill>
                  <a:schemeClr val="tx2"/>
                </a:solidFill>
              </a:rPr>
              <a:t>The ESP8266 microcontroller facilitates IoT applications by collecting data from sensors, processing it locally, communicating over Wi-Fi using protocols like MQTT or HTTP, and interfacing with cloud platforms or local servers for data storage, analysis, and remote device control. </a:t>
            </a:r>
          </a:p>
          <a:p>
            <a:pPr rtl="0"/>
            <a:r>
              <a:rPr lang="en-GB" sz="2000" spc="0" dirty="0">
                <a:solidFill>
                  <a:schemeClr val="tx2"/>
                </a:solidFill>
              </a:rPr>
              <a:t>This enables the creation of efficient, scalable, and secure IoT solutions across different industries and use cases.</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rtlCol="0"/>
          <a:lstStyle/>
          <a:p>
            <a:pPr rtl="0"/>
            <a:fld id="{8C2E478F-E849-4A8C-AF1F-CBCC78A7CBFA}" type="slidenum">
              <a:rPr lang="en-GB" smtClean="0"/>
              <a:pPr rtl="0"/>
              <a:t>20</a:t>
            </a:fld>
            <a:endParaRPr lang="en-GB"/>
          </a:p>
        </p:txBody>
      </p:sp>
      <p:sp>
        <p:nvSpPr>
          <p:cNvPr id="4" name="TextBox 3">
            <a:extLst>
              <a:ext uri="{FF2B5EF4-FFF2-40B4-BE49-F238E27FC236}">
                <a16:creationId xmlns:a16="http://schemas.microsoft.com/office/drawing/2014/main" id="{A9700606-402D-8FB1-B3C3-FBCD26EDFF3A}"/>
              </a:ext>
            </a:extLst>
          </p:cNvPr>
          <p:cNvSpPr txBox="1"/>
          <p:nvPr/>
        </p:nvSpPr>
        <p:spPr>
          <a:xfrm>
            <a:off x="6972300" y="1135856"/>
            <a:ext cx="4188583" cy="769441"/>
          </a:xfrm>
          <a:prstGeom prst="rect">
            <a:avLst/>
          </a:prstGeom>
          <a:solidFill>
            <a:schemeClr val="tx2"/>
          </a:solidFill>
        </p:spPr>
        <p:txBody>
          <a:bodyPr wrap="none" rtlCol="0">
            <a:spAutoFit/>
          </a:bodyPr>
          <a:lstStyle/>
          <a:p>
            <a:r>
              <a:rPr lang="en-GB" sz="4400" b="1" dirty="0">
                <a:solidFill>
                  <a:schemeClr val="bg1"/>
                </a:solidFill>
              </a:rPr>
              <a:t>How it IOT works</a:t>
            </a:r>
          </a:p>
        </p:txBody>
      </p:sp>
    </p:spTree>
    <p:extLst>
      <p:ext uri="{BB962C8B-B14F-4D97-AF65-F5344CB8AC3E}">
        <p14:creationId xmlns:p14="http://schemas.microsoft.com/office/powerpoint/2010/main" val="1649098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a:xfrm>
            <a:off x="0" y="0"/>
            <a:ext cx="4305300" cy="6857999"/>
          </a:xfrm>
          <a:solidFill>
            <a:schemeClr val="tx2"/>
          </a:solidFill>
        </p:spPr>
        <p:txBody>
          <a:bodyPr rtlCol="0"/>
          <a:lstStyle/>
          <a:p>
            <a:pPr algn="r" rtl="0"/>
            <a:r>
              <a:rPr lang="en-GB" sz="7200" b="1" dirty="0">
                <a:solidFill>
                  <a:schemeClr val="bg1"/>
                </a:solidFill>
              </a:rPr>
              <a:t>Steps to</a:t>
            </a:r>
            <a:br>
              <a:rPr lang="en-GB" sz="7200" b="1" dirty="0">
                <a:solidFill>
                  <a:schemeClr val="bg1"/>
                </a:solidFill>
              </a:rPr>
            </a:br>
            <a:r>
              <a:rPr lang="en-GB" sz="7200" b="1" dirty="0">
                <a:solidFill>
                  <a:schemeClr val="bg1"/>
                </a:solidFill>
              </a:rPr>
              <a:t>build a</a:t>
            </a:r>
            <a:br>
              <a:rPr lang="en-GB" sz="7200" b="1" dirty="0">
                <a:solidFill>
                  <a:schemeClr val="bg1"/>
                </a:solidFill>
              </a:rPr>
            </a:br>
            <a:r>
              <a:rPr lang="en-GB" sz="7200" b="1" dirty="0">
                <a:solidFill>
                  <a:schemeClr val="bg1"/>
                </a:solidFill>
              </a:rPr>
              <a:t>server</a:t>
            </a:r>
          </a:p>
        </p:txBody>
      </p:sp>
      <p:graphicFrame>
        <p:nvGraphicFramePr>
          <p:cNvPr id="10" name="Content Placeholder 2" descr="List Content Placeholder">
            <a:extLst>
              <a:ext uri="{FF2B5EF4-FFF2-40B4-BE49-F238E27FC236}">
                <a16:creationId xmlns:a16="http://schemas.microsoft.com/office/drawing/2014/main" id="{4DBF5C5D-E8C1-4EFB-87B6-B4245AB407AE}"/>
              </a:ext>
            </a:extLst>
          </p:cNvPr>
          <p:cNvGraphicFramePr>
            <a:graphicFrameLocks noGrp="1"/>
          </p:cNvGraphicFramePr>
          <p:nvPr>
            <p:ph idx="1"/>
          </p:nvPr>
        </p:nvGraphicFramePr>
        <p:xfrm>
          <a:off x="4562476" y="365125"/>
          <a:ext cx="6791323" cy="5984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p:txBody>
          <a:bodyPr rtlCol="0"/>
          <a:lstStyle/>
          <a:p>
            <a:pPr rtl="0"/>
            <a:r>
              <a:rPr lang="en-GB"/>
              <a:t>PAGE </a:t>
            </a:r>
            <a:fld id="{4A9B5881-4007-4345-955A-79C2656F0C49}" type="slidenum">
              <a:rPr lang="en-GB" smtClean="0"/>
              <a:pPr rtl="0"/>
              <a:t>21</a:t>
            </a:fld>
            <a:endParaRPr lang="en-GB" dirty="0"/>
          </a:p>
        </p:txBody>
      </p:sp>
    </p:spTree>
    <p:extLst>
      <p:ext uri="{BB962C8B-B14F-4D97-AF65-F5344CB8AC3E}">
        <p14:creationId xmlns:p14="http://schemas.microsoft.com/office/powerpoint/2010/main" val="284513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a:blip r:embed="rId3"/>
          <a:srcRect l="25521" r="25521"/>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6735184" y="2233942"/>
            <a:ext cx="4455579" cy="3798888"/>
          </a:xfrm>
        </p:spPr>
        <p:txBody>
          <a:bodyPr rtlCol="0"/>
          <a:lstStyle/>
          <a:p>
            <a:pPr marL="285750" indent="-285750" rtl="0">
              <a:buFont typeface="Arial" panose="020B0604020202020204" pitchFamily="34" charset="0"/>
              <a:buChar char="•"/>
            </a:pPr>
            <a:r>
              <a:rPr lang="en-GB" sz="2000" spc="0" dirty="0">
                <a:solidFill>
                  <a:schemeClr val="tx2"/>
                </a:solidFill>
              </a:rPr>
              <a:t>Connecting the ESP8266 microcontroller to Wi-Fi is a fundamental step in many IoT projects, as it enables the device to communicate with other devices or servers over the internet.</a:t>
            </a:r>
          </a:p>
          <a:p>
            <a:pPr rtl="0"/>
            <a:endParaRPr lang="en-GB" sz="2000" spc="0" dirty="0">
              <a:solidFill>
                <a:schemeClr val="tx2"/>
              </a:solidFill>
            </a:endParaRPr>
          </a:p>
          <a:p>
            <a:pPr marL="285750" indent="-285750" rtl="0">
              <a:buFont typeface="Arial" panose="020B0604020202020204" pitchFamily="34" charset="0"/>
              <a:buChar char="•"/>
            </a:pPr>
            <a:r>
              <a:rPr lang="en-GB" sz="2000" spc="0" dirty="0">
                <a:solidFill>
                  <a:schemeClr val="tx2"/>
                </a:solidFill>
              </a:rPr>
              <a:t> Here’s a detailed guide on how to connect the ESP8266 to Wi-Fi.</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rtlCol="0"/>
          <a:lstStyle/>
          <a:p>
            <a:pPr rtl="0"/>
            <a:fld id="{8C2E478F-E849-4A8C-AF1F-CBCC78A7CBFA}" type="slidenum">
              <a:rPr lang="en-GB" smtClean="0"/>
              <a:pPr rtl="0"/>
              <a:t>22</a:t>
            </a:fld>
            <a:endParaRPr lang="en-GB"/>
          </a:p>
        </p:txBody>
      </p:sp>
      <p:sp>
        <p:nvSpPr>
          <p:cNvPr id="4" name="TextBox 3">
            <a:extLst>
              <a:ext uri="{FF2B5EF4-FFF2-40B4-BE49-F238E27FC236}">
                <a16:creationId xmlns:a16="http://schemas.microsoft.com/office/drawing/2014/main" id="{A9700606-402D-8FB1-B3C3-FBCD26EDFF3A}"/>
              </a:ext>
            </a:extLst>
          </p:cNvPr>
          <p:cNvSpPr txBox="1"/>
          <p:nvPr/>
        </p:nvSpPr>
        <p:spPr>
          <a:xfrm>
            <a:off x="6972300" y="1135856"/>
            <a:ext cx="4784580" cy="769441"/>
          </a:xfrm>
          <a:prstGeom prst="rect">
            <a:avLst/>
          </a:prstGeom>
          <a:solidFill>
            <a:schemeClr val="tx2"/>
          </a:solidFill>
        </p:spPr>
        <p:txBody>
          <a:bodyPr wrap="none" rtlCol="0">
            <a:spAutoFit/>
          </a:bodyPr>
          <a:lstStyle/>
          <a:p>
            <a:r>
              <a:rPr lang="en-GB" sz="4400" b="1" dirty="0">
                <a:solidFill>
                  <a:schemeClr val="bg1"/>
                </a:solidFill>
              </a:rPr>
              <a:t>Connecting to Wi-Fi</a:t>
            </a:r>
          </a:p>
        </p:txBody>
      </p:sp>
    </p:spTree>
    <p:extLst>
      <p:ext uri="{BB962C8B-B14F-4D97-AF65-F5344CB8AC3E}">
        <p14:creationId xmlns:p14="http://schemas.microsoft.com/office/powerpoint/2010/main" val="2695623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idx="4294967295"/>
          </p:nvPr>
        </p:nvSpPr>
        <p:spPr>
          <a:xfrm>
            <a:off x="647697" y="5036984"/>
            <a:ext cx="5372100" cy="7112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2400" b="1" i="0" u="none" strike="noStrike" kern="1200" cap="none" spc="0" normalizeH="0" dirty="0">
                <a:ln>
                  <a:noFill/>
                </a:ln>
                <a:solidFill>
                  <a:schemeClr val="tx1"/>
                </a:solidFill>
                <a:effectLst/>
                <a:uLnTx/>
                <a:uFillTx/>
                <a:latin typeface="+mj-lt"/>
                <a:ea typeface="+mn-ea"/>
                <a:cs typeface="+mn-cs"/>
              </a:rPr>
              <a:t>Enter credentials</a:t>
            </a:r>
          </a:p>
        </p:txBody>
      </p:sp>
      <p:sp>
        <p:nvSpPr>
          <p:cNvPr id="11" name="Text Placeholder 10">
            <a:extLst>
              <a:ext uri="{FF2B5EF4-FFF2-40B4-BE49-F238E27FC236}">
                <a16:creationId xmlns:a16="http://schemas.microsoft.com/office/drawing/2014/main" id="{C6BEE08E-D5C0-42E2-AB73-7CCC07B72E39}"/>
              </a:ext>
            </a:extLst>
          </p:cNvPr>
          <p:cNvSpPr>
            <a:spLocks noGrp="1"/>
          </p:cNvSpPr>
          <p:nvPr>
            <p:ph type="body" sz="quarter" idx="16"/>
          </p:nvPr>
        </p:nvSpPr>
        <p:spPr>
          <a:xfrm>
            <a:off x="6254749" y="1843087"/>
            <a:ext cx="5372096" cy="510217"/>
          </a:xfrm>
        </p:spPr>
        <p:txBody>
          <a:bodyPr rtlCol="0"/>
          <a:lstStyle/>
          <a:p>
            <a:pPr rtl="0"/>
            <a:r>
              <a:rPr lang="en-GB" dirty="0"/>
              <a:t>Write Connection logic</a:t>
            </a:r>
          </a:p>
        </p:txBody>
      </p:sp>
      <p:pic>
        <p:nvPicPr>
          <p:cNvPr id="13" name="Picture Placeholder 12">
            <a:extLst>
              <a:ext uri="{FF2B5EF4-FFF2-40B4-BE49-F238E27FC236}">
                <a16:creationId xmlns:a16="http://schemas.microsoft.com/office/drawing/2014/main" id="{C56F6876-F532-4396-8FC3-BEB43E626529}"/>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47700" y="1270399"/>
            <a:ext cx="5372097" cy="3839847"/>
          </a:xfrm>
        </p:spPr>
      </p:pic>
      <p:pic>
        <p:nvPicPr>
          <p:cNvPr id="15" name="Picture Placeholder 14">
            <a:extLst>
              <a:ext uri="{FF2B5EF4-FFF2-40B4-BE49-F238E27FC236}">
                <a16:creationId xmlns:a16="http://schemas.microsoft.com/office/drawing/2014/main" id="{95339E7E-14EB-4886-A417-E9C84CA1E342}"/>
              </a:ext>
              <a:ext uri="{C183D7F6-B498-43B3-948B-1728B52AA6E4}">
                <adec:decorative xmlns:adec="http://schemas.microsoft.com/office/drawing/2017/decorative" val="1"/>
              </a:ext>
            </a:extLst>
          </p:cNvPr>
          <p:cNvPicPr>
            <a:picLocks noGrp="1" noChangeAspect="1"/>
          </p:cNvPicPr>
          <p:nvPr>
            <p:ph type="pic" sz="quarter" idx="14"/>
          </p:nvPr>
        </p:nvPicPr>
        <p:blipFill>
          <a:blip r:embed="rId4"/>
          <a:srcRect/>
          <a:stretch/>
        </p:blipFill>
        <p:spPr/>
      </p:pic>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4294967295"/>
          </p:nvPr>
        </p:nvSpPr>
        <p:spPr>
          <a:xfrm>
            <a:off x="11818938" y="6581775"/>
            <a:ext cx="373062" cy="206375"/>
          </a:xfrm>
        </p:spPr>
        <p:txBody>
          <a:bodyPr rtlCol="0"/>
          <a:lstStyle/>
          <a:p>
            <a:pPr rtl="0"/>
            <a:fld id="{03DC2DEF-D2FE-4B45-ABA4-9F153FD1C98A}" type="slidenum">
              <a:rPr lang="en-GB" smtClean="0"/>
              <a:t>23</a:t>
            </a:fld>
            <a:endParaRPr lang="en-GB"/>
          </a:p>
        </p:txBody>
      </p:sp>
      <p:sp>
        <p:nvSpPr>
          <p:cNvPr id="2" name="Rectangle 1">
            <a:extLst>
              <a:ext uri="{FF2B5EF4-FFF2-40B4-BE49-F238E27FC236}">
                <a16:creationId xmlns:a16="http://schemas.microsoft.com/office/drawing/2014/main" id="{1F8C8D2B-6288-615C-A82B-C650A1826CD8}"/>
              </a:ext>
            </a:extLst>
          </p:cNvPr>
          <p:cNvSpPr/>
          <p:nvPr/>
        </p:nvSpPr>
        <p:spPr>
          <a:xfrm>
            <a:off x="9970294" y="0"/>
            <a:ext cx="2221706" cy="101441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0765215-E995-B7DA-E036-D55335DEB815}"/>
              </a:ext>
            </a:extLst>
          </p:cNvPr>
          <p:cNvSpPr/>
          <p:nvPr/>
        </p:nvSpPr>
        <p:spPr>
          <a:xfrm>
            <a:off x="180975" y="5743575"/>
            <a:ext cx="2083594" cy="1114425"/>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1657800-78C6-983F-3554-89D5B1A25A5F}"/>
              </a:ext>
            </a:extLst>
          </p:cNvPr>
          <p:cNvSpPr/>
          <p:nvPr/>
        </p:nvSpPr>
        <p:spPr>
          <a:xfrm>
            <a:off x="11334750" y="0"/>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161FD23-447C-A28E-0F36-A31CACF0DF4B}"/>
              </a:ext>
            </a:extLst>
          </p:cNvPr>
          <p:cNvSpPr/>
          <p:nvPr/>
        </p:nvSpPr>
        <p:spPr>
          <a:xfrm>
            <a:off x="-26988" y="5529741"/>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6999CD8E-6FCB-2512-7F43-080AB6EA3779}"/>
              </a:ext>
            </a:extLst>
          </p:cNvPr>
          <p:cNvSpPr txBox="1"/>
          <p:nvPr/>
        </p:nvSpPr>
        <p:spPr>
          <a:xfrm>
            <a:off x="647700" y="266128"/>
            <a:ext cx="5448299" cy="584775"/>
          </a:xfrm>
          <a:prstGeom prst="rect">
            <a:avLst/>
          </a:prstGeom>
          <a:solidFill>
            <a:schemeClr val="tx2"/>
          </a:solidFill>
        </p:spPr>
        <p:txBody>
          <a:bodyPr wrap="square" rtlCol="0">
            <a:spAutoFit/>
          </a:bodyPr>
          <a:lstStyle/>
          <a:p>
            <a:r>
              <a:rPr lang="en-GB" sz="3200" b="1" dirty="0">
                <a:solidFill>
                  <a:schemeClr val="bg1"/>
                </a:solidFill>
              </a:rPr>
              <a:t>Task1: connect to Wi-Fi</a:t>
            </a:r>
          </a:p>
        </p:txBody>
      </p:sp>
    </p:spTree>
    <p:extLst>
      <p:ext uri="{BB962C8B-B14F-4D97-AF65-F5344CB8AC3E}">
        <p14:creationId xmlns:p14="http://schemas.microsoft.com/office/powerpoint/2010/main" val="3149670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20507" r="20507"/>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902494" y="589211"/>
            <a:ext cx="6209506" cy="833663"/>
          </a:xfrm>
          <a:solidFill>
            <a:schemeClr val="tx2"/>
          </a:solidFill>
        </p:spPr>
        <p:txBody>
          <a:bodyPr rtlCol="0"/>
          <a:lstStyle/>
          <a:p>
            <a:pPr rtl="0"/>
            <a:r>
              <a:rPr lang="en-GB" b="1" dirty="0"/>
              <a:t>Display data in webserver</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lstStyle/>
          <a:p>
            <a:pPr>
              <a:buFont typeface="Arial" panose="020B0604020202020204" pitchFamily="34" charset="0"/>
              <a:buChar char="•"/>
            </a:pPr>
            <a:r>
              <a:rPr lang="en-GB" b="1" dirty="0">
                <a:solidFill>
                  <a:schemeClr val="tx2"/>
                </a:solidFill>
              </a:rPr>
              <a:t>Using an ESP8266 module to collect sensor data and transmit it to a web server is a common scenario in IoT applications. The ESP8266 is a low-cost Wi-Fi module that can connect to Wi-Fi networks and communicate over the internet, making it ideal for sending sensor data to a remote server. Here’s a step-by-step guide on how to achieve this.</a:t>
            </a:r>
            <a:endParaRPr lang="en-GB" dirty="0">
              <a:solidFill>
                <a:schemeClr val="tx2"/>
              </a:solidFill>
            </a:endParaRP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24</a:t>
            </a:fld>
            <a:endParaRPr lang="en-GB" dirty="0"/>
          </a:p>
        </p:txBody>
      </p:sp>
    </p:spTree>
    <p:extLst>
      <p:ext uri="{BB962C8B-B14F-4D97-AF65-F5344CB8AC3E}">
        <p14:creationId xmlns:p14="http://schemas.microsoft.com/office/powerpoint/2010/main" val="42828932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a:xfrm>
            <a:off x="0" y="0"/>
            <a:ext cx="4305300" cy="6857999"/>
          </a:xfrm>
          <a:solidFill>
            <a:schemeClr val="tx2"/>
          </a:solidFill>
        </p:spPr>
        <p:txBody>
          <a:bodyPr rtlCol="0"/>
          <a:lstStyle/>
          <a:p>
            <a:pPr algn="r" rtl="0"/>
            <a:r>
              <a:rPr lang="en-GB" sz="7200" b="1" dirty="0">
                <a:solidFill>
                  <a:schemeClr val="bg1"/>
                </a:solidFill>
              </a:rPr>
              <a:t>Steps to</a:t>
            </a:r>
            <a:br>
              <a:rPr lang="en-GB" sz="7200" b="1" dirty="0">
                <a:solidFill>
                  <a:schemeClr val="bg1"/>
                </a:solidFill>
              </a:rPr>
            </a:br>
            <a:r>
              <a:rPr lang="en-GB" sz="7200" b="1" dirty="0">
                <a:solidFill>
                  <a:schemeClr val="bg1"/>
                </a:solidFill>
              </a:rPr>
              <a:t>build a</a:t>
            </a:r>
            <a:br>
              <a:rPr lang="en-GB" sz="7200" b="1" dirty="0">
                <a:solidFill>
                  <a:schemeClr val="bg1"/>
                </a:solidFill>
              </a:rPr>
            </a:br>
            <a:r>
              <a:rPr lang="en-GB" sz="7200" b="1" dirty="0">
                <a:solidFill>
                  <a:schemeClr val="bg1"/>
                </a:solidFill>
              </a:rPr>
              <a:t>server</a:t>
            </a:r>
          </a:p>
        </p:txBody>
      </p:sp>
      <p:graphicFrame>
        <p:nvGraphicFramePr>
          <p:cNvPr id="10" name="Content Placeholder 2" descr="List Content Placeholder">
            <a:extLst>
              <a:ext uri="{FF2B5EF4-FFF2-40B4-BE49-F238E27FC236}">
                <a16:creationId xmlns:a16="http://schemas.microsoft.com/office/drawing/2014/main" id="{4DBF5C5D-E8C1-4EFB-87B6-B4245AB407AE}"/>
              </a:ext>
            </a:extLst>
          </p:cNvPr>
          <p:cNvGraphicFramePr>
            <a:graphicFrameLocks noGrp="1"/>
          </p:cNvGraphicFramePr>
          <p:nvPr>
            <p:ph idx="1"/>
            <p:extLst>
              <p:ext uri="{D42A27DB-BD31-4B8C-83A1-F6EECF244321}">
                <p14:modId xmlns:p14="http://schemas.microsoft.com/office/powerpoint/2010/main" val="3133677933"/>
              </p:ext>
            </p:extLst>
          </p:nvPr>
        </p:nvGraphicFramePr>
        <p:xfrm>
          <a:off x="4562476" y="365125"/>
          <a:ext cx="6791323" cy="5984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p:txBody>
          <a:bodyPr rtlCol="0"/>
          <a:lstStyle/>
          <a:p>
            <a:pPr rtl="0"/>
            <a:r>
              <a:rPr lang="en-GB"/>
              <a:t>PAGE </a:t>
            </a:r>
            <a:fld id="{4A9B5881-4007-4345-955A-79C2656F0C49}" type="slidenum">
              <a:rPr lang="en-GB" smtClean="0"/>
              <a:pPr rtl="0"/>
              <a:t>25</a:t>
            </a:fld>
            <a:endParaRPr lang="en-GB" dirty="0"/>
          </a:p>
        </p:txBody>
      </p:sp>
    </p:spTree>
    <p:extLst>
      <p:ext uri="{BB962C8B-B14F-4D97-AF65-F5344CB8AC3E}">
        <p14:creationId xmlns:p14="http://schemas.microsoft.com/office/powerpoint/2010/main" val="2421707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20507" r="20507"/>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902494" y="589211"/>
            <a:ext cx="6209506" cy="833663"/>
          </a:xfrm>
          <a:solidFill>
            <a:schemeClr val="tx2"/>
          </a:solidFill>
        </p:spPr>
        <p:txBody>
          <a:bodyPr rtlCol="0"/>
          <a:lstStyle/>
          <a:p>
            <a:pPr rtl="0"/>
            <a:r>
              <a:rPr lang="en-GB" dirty="0"/>
              <a:t>What is HTML</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lstStyle/>
          <a:p>
            <a:pPr>
              <a:buFont typeface="Arial" panose="020B0604020202020204" pitchFamily="34" charset="0"/>
              <a:buChar char="•"/>
            </a:pPr>
            <a:r>
              <a:rPr lang="en-GB" dirty="0">
                <a:solidFill>
                  <a:schemeClr val="tx2"/>
                </a:solidFill>
              </a:rPr>
              <a:t>HTML, or </a:t>
            </a:r>
            <a:r>
              <a:rPr lang="en-GB" dirty="0" err="1">
                <a:solidFill>
                  <a:schemeClr val="tx2"/>
                </a:solidFill>
              </a:rPr>
              <a:t>HyperText</a:t>
            </a:r>
            <a:r>
              <a:rPr lang="en-GB" dirty="0">
                <a:solidFill>
                  <a:schemeClr val="tx2"/>
                </a:solidFill>
              </a:rPr>
              <a:t> Markup Language, is the standard language used to create and design webpages. It structures content on the web by using a series of elements, which are represented by tags. Each tag serves a specific purpose, such as defining headings, paragraphs, links, images, and other types of content.</a:t>
            </a:r>
          </a:p>
          <a:p>
            <a:pPr>
              <a:buFont typeface="Arial" panose="020B0604020202020204" pitchFamily="34" charset="0"/>
              <a:buChar char="•"/>
            </a:pPr>
            <a:r>
              <a:rPr lang="en-GB" dirty="0">
                <a:solidFill>
                  <a:schemeClr val="tx2"/>
                </a:solidFill>
              </a:rPr>
              <a:t>&lt;!DOCTYPE html&gt; declares the document type.&lt;html&gt; is the root element of an HTML page.</a:t>
            </a:r>
          </a:p>
          <a:p>
            <a:pPr>
              <a:buFont typeface="Arial" panose="020B0604020202020204" pitchFamily="34" charset="0"/>
              <a:buChar char="•"/>
            </a:pPr>
            <a:r>
              <a:rPr lang="en-GB" dirty="0">
                <a:solidFill>
                  <a:schemeClr val="tx2"/>
                </a:solidFill>
              </a:rPr>
              <a:t>&lt;head&gt; contains meta-information about the document, like its title, which appears in the browser tab.</a:t>
            </a:r>
          </a:p>
          <a:p>
            <a:pPr>
              <a:buFont typeface="Arial" panose="020B0604020202020204" pitchFamily="34" charset="0"/>
              <a:buChar char="•"/>
            </a:pPr>
            <a:r>
              <a:rPr lang="en-GB" dirty="0">
                <a:solidFill>
                  <a:schemeClr val="tx2"/>
                </a:solidFill>
              </a:rPr>
              <a:t>&lt;body&gt; contains the content of the webpage, including headings (&lt;h1&gt;), paragraphs (&lt;p&gt;), and links (&lt;a&gt;).</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26</a:t>
            </a:fld>
            <a:endParaRPr lang="en-GB" dirty="0"/>
          </a:p>
        </p:txBody>
      </p:sp>
    </p:spTree>
    <p:extLst>
      <p:ext uri="{BB962C8B-B14F-4D97-AF65-F5344CB8AC3E}">
        <p14:creationId xmlns:p14="http://schemas.microsoft.com/office/powerpoint/2010/main" val="32705714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BEE8E0-7F2C-176C-B69E-87F51F280A82}"/>
              </a:ext>
            </a:extLst>
          </p:cNvPr>
          <p:cNvSpPr/>
          <p:nvPr/>
        </p:nvSpPr>
        <p:spPr>
          <a:xfrm>
            <a:off x="0" y="0"/>
            <a:ext cx="4729163" cy="6858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a:xfrm>
            <a:off x="7069254" y="697933"/>
            <a:ext cx="4989396" cy="1551573"/>
          </a:xfrm>
        </p:spPr>
        <p:txBody>
          <a:bodyPr rtlCol="0"/>
          <a:lstStyle/>
          <a:p>
            <a:pPr rtl="0"/>
            <a:r>
              <a:rPr lang="en-GB" b="1" dirty="0">
                <a:solidFill>
                  <a:schemeClr val="tx2"/>
                </a:solidFill>
              </a:rPr>
              <a:t>Basic HTML </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a:xfrm>
            <a:off x="6906139" y="2338160"/>
            <a:ext cx="4989396" cy="2705327"/>
          </a:xfrm>
        </p:spPr>
        <p:txBody>
          <a:bodyPr rtlCol="0"/>
          <a:lstStyle/>
          <a:p>
            <a:pPr rtl="0"/>
            <a:r>
              <a:rPr lang="en-GB" dirty="0">
                <a:solidFill>
                  <a:schemeClr val="tx2"/>
                </a:solidFill>
              </a:rPr>
              <a:t>In order to display the sensor data, we need a basic webpage.</a:t>
            </a:r>
          </a:p>
          <a:p>
            <a:pPr rtl="0"/>
            <a:r>
              <a:rPr lang="en-GB" dirty="0">
                <a:solidFill>
                  <a:schemeClr val="tx2"/>
                </a:solidFill>
              </a:rPr>
              <a:t>You can build the webpage in any text editor, even notepad.</a:t>
            </a:r>
          </a:p>
          <a:p>
            <a:pPr rtl="0"/>
            <a:r>
              <a:rPr lang="en-GB" dirty="0">
                <a:solidFill>
                  <a:schemeClr val="tx2"/>
                </a:solidFill>
              </a:rPr>
              <a:t>Just make sure to set the file extension to .html</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rtlCol="0"/>
          <a:lstStyle/>
          <a:p>
            <a:pPr rtl="0"/>
            <a:fld id="{03DC2DEF-D2FE-4B45-ABA4-9F153FD1C98A}" type="slidenum">
              <a:rPr lang="en-GB" smtClean="0"/>
              <a:t>27</a:t>
            </a:fld>
            <a:endParaRPr lang="en-GB"/>
          </a:p>
        </p:txBody>
      </p:sp>
      <p:sp>
        <p:nvSpPr>
          <p:cNvPr id="3" name="Rectangle 2">
            <a:extLst>
              <a:ext uri="{FF2B5EF4-FFF2-40B4-BE49-F238E27FC236}">
                <a16:creationId xmlns:a16="http://schemas.microsoft.com/office/drawing/2014/main" id="{BFECFA81-17CB-B651-16E5-2BA1D74EEFAF}"/>
              </a:ext>
            </a:extLst>
          </p:cNvPr>
          <p:cNvSpPr/>
          <p:nvPr/>
        </p:nvSpPr>
        <p:spPr>
          <a:xfrm>
            <a:off x="2493167" y="342900"/>
            <a:ext cx="4412971" cy="8572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57E45D2-B8FC-0336-9C60-88F8AA18D7AA}"/>
              </a:ext>
            </a:extLst>
          </p:cNvPr>
          <p:cNvSpPr/>
          <p:nvPr/>
        </p:nvSpPr>
        <p:spPr>
          <a:xfrm>
            <a:off x="0" y="5932850"/>
            <a:ext cx="3776778" cy="9251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rotWithShape="1">
          <a:blip r:embed="rId3"/>
          <a:srcRect l="-114" r="-321"/>
          <a:stretch/>
        </p:blipFill>
        <p:spPr>
          <a:xfrm>
            <a:off x="297181" y="624869"/>
            <a:ext cx="6608957" cy="5307981"/>
          </a:xfrm>
        </p:spPr>
      </p:pic>
    </p:spTree>
    <p:extLst>
      <p:ext uri="{BB962C8B-B14F-4D97-AF65-F5344CB8AC3E}">
        <p14:creationId xmlns:p14="http://schemas.microsoft.com/office/powerpoint/2010/main" val="13003119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20507" r="20507"/>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902494" y="589211"/>
            <a:ext cx="6209506" cy="833663"/>
          </a:xfrm>
          <a:solidFill>
            <a:schemeClr val="tx2"/>
          </a:solidFill>
        </p:spPr>
        <p:txBody>
          <a:bodyPr rtlCol="0"/>
          <a:lstStyle/>
          <a:p>
            <a:pPr rtl="0"/>
            <a:r>
              <a:rPr lang="en-GB" dirty="0"/>
              <a:t>Display </a:t>
            </a:r>
            <a:r>
              <a:rPr lang="en-GB" dirty="0" err="1"/>
              <a:t>DHTdata</a:t>
            </a:r>
            <a:r>
              <a:rPr lang="en-GB" dirty="0"/>
              <a:t> in webpage</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lstStyle/>
          <a:p>
            <a:pPr>
              <a:buFont typeface="Arial" panose="020B0604020202020204" pitchFamily="34" charset="0"/>
              <a:buChar char="•"/>
            </a:pPr>
            <a:r>
              <a:rPr lang="en-GB" dirty="0">
                <a:solidFill>
                  <a:schemeClr val="tx2"/>
                </a:solidFill>
              </a:rPr>
              <a:t>We will be using the same functionality we wrote earlier to measure the temperature and humidity.</a:t>
            </a:r>
          </a:p>
          <a:p>
            <a:pPr>
              <a:buFont typeface="Arial" panose="020B0604020202020204" pitchFamily="34" charset="0"/>
              <a:buChar char="•"/>
            </a:pPr>
            <a:r>
              <a:rPr lang="en-GB" dirty="0">
                <a:solidFill>
                  <a:schemeClr val="tx2"/>
                </a:solidFill>
              </a:rPr>
              <a:t>#include &lt;ESP8266WebServer.h&gt;: Includes the library to set up a web server.</a:t>
            </a:r>
          </a:p>
          <a:p>
            <a:pPr>
              <a:buFont typeface="Arial" panose="020B0604020202020204" pitchFamily="34" charset="0"/>
              <a:buChar char="•"/>
            </a:pPr>
            <a:r>
              <a:rPr lang="en-GB" dirty="0" err="1">
                <a:solidFill>
                  <a:schemeClr val="tx2"/>
                </a:solidFill>
              </a:rPr>
              <a:t>server.on</a:t>
            </a:r>
            <a:r>
              <a:rPr lang="en-GB" dirty="0">
                <a:solidFill>
                  <a:schemeClr val="tx2"/>
                </a:solidFill>
              </a:rPr>
              <a:t>("/", </a:t>
            </a:r>
            <a:r>
              <a:rPr lang="en-GB" dirty="0" err="1">
                <a:solidFill>
                  <a:schemeClr val="tx2"/>
                </a:solidFill>
              </a:rPr>
              <a:t>handleRoot</a:t>
            </a:r>
            <a:r>
              <a:rPr lang="en-GB" dirty="0">
                <a:solidFill>
                  <a:schemeClr val="tx2"/>
                </a:solidFill>
              </a:rPr>
              <a:t>);: Defines the route and the function to handle the root URL ("/").</a:t>
            </a:r>
          </a:p>
          <a:p>
            <a:pPr>
              <a:buFont typeface="Arial" panose="020B0604020202020204" pitchFamily="34" charset="0"/>
              <a:buChar char="•"/>
            </a:pPr>
            <a:r>
              <a:rPr lang="en-GB" dirty="0">
                <a:solidFill>
                  <a:schemeClr val="tx2"/>
                </a:solidFill>
              </a:rPr>
              <a:t>Use &lt;meta http-</a:t>
            </a:r>
            <a:r>
              <a:rPr lang="en-GB" dirty="0" err="1">
                <a:solidFill>
                  <a:schemeClr val="tx2"/>
                </a:solidFill>
              </a:rPr>
              <a:t>equiv</a:t>
            </a:r>
            <a:r>
              <a:rPr lang="en-GB" dirty="0">
                <a:solidFill>
                  <a:schemeClr val="tx2"/>
                </a:solidFill>
              </a:rPr>
              <a:t>='refresh' content='2’&gt; to refresh every two second</a:t>
            </a:r>
          </a:p>
          <a:p>
            <a:pPr>
              <a:buFont typeface="Arial" panose="020B0604020202020204" pitchFamily="34" charset="0"/>
              <a:buChar char="•"/>
            </a:pPr>
            <a:r>
              <a:rPr lang="en-GB" dirty="0" err="1">
                <a:solidFill>
                  <a:schemeClr val="tx2"/>
                </a:solidFill>
              </a:rPr>
              <a:t>server.send</a:t>
            </a:r>
            <a:r>
              <a:rPr lang="en-GB" dirty="0">
                <a:solidFill>
                  <a:schemeClr val="tx2"/>
                </a:solidFill>
              </a:rPr>
              <a:t>(200, "text/html", html);  Sends the constructed HTML page to the client.</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28</a:t>
            </a:fld>
            <a:endParaRPr lang="en-GB" dirty="0"/>
          </a:p>
        </p:txBody>
      </p:sp>
    </p:spTree>
    <p:extLst>
      <p:ext uri="{BB962C8B-B14F-4D97-AF65-F5344CB8AC3E}">
        <p14:creationId xmlns:p14="http://schemas.microsoft.com/office/powerpoint/2010/main" val="965053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idx="4294967295"/>
          </p:nvPr>
        </p:nvSpPr>
        <p:spPr>
          <a:xfrm>
            <a:off x="647697" y="5036984"/>
            <a:ext cx="5372100" cy="7112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2400" b="1" dirty="0">
                <a:solidFill>
                  <a:schemeClr val="tx1"/>
                </a:solidFill>
                <a:ea typeface="+mn-ea"/>
                <a:cs typeface="+mn-cs"/>
              </a:rPr>
              <a:t>S</a:t>
            </a:r>
            <a:r>
              <a:rPr lang="en-GB" sz="2400" b="1" i="0" u="none" strike="noStrike" kern="1200" cap="none" spc="0" normalizeH="0" dirty="0">
                <a:ln>
                  <a:noFill/>
                </a:ln>
                <a:solidFill>
                  <a:schemeClr val="tx1"/>
                </a:solidFill>
                <a:effectLst/>
                <a:uLnTx/>
                <a:uFillTx/>
                <a:latin typeface="+mj-lt"/>
                <a:ea typeface="+mn-ea"/>
                <a:cs typeface="+mn-cs"/>
              </a:rPr>
              <a:t>etup variables and libraries</a:t>
            </a:r>
          </a:p>
        </p:txBody>
      </p:sp>
      <p:sp>
        <p:nvSpPr>
          <p:cNvPr id="11" name="Text Placeholder 10">
            <a:extLst>
              <a:ext uri="{FF2B5EF4-FFF2-40B4-BE49-F238E27FC236}">
                <a16:creationId xmlns:a16="http://schemas.microsoft.com/office/drawing/2014/main" id="{C6BEE08E-D5C0-42E2-AB73-7CCC07B72E39}"/>
              </a:ext>
            </a:extLst>
          </p:cNvPr>
          <p:cNvSpPr>
            <a:spLocks noGrp="1"/>
          </p:cNvSpPr>
          <p:nvPr>
            <p:ph type="body" sz="quarter" idx="16"/>
          </p:nvPr>
        </p:nvSpPr>
        <p:spPr>
          <a:xfrm>
            <a:off x="6254749" y="1211741"/>
            <a:ext cx="5372096" cy="510217"/>
          </a:xfrm>
        </p:spPr>
        <p:txBody>
          <a:bodyPr rtlCol="0"/>
          <a:lstStyle/>
          <a:p>
            <a:pPr rtl="0"/>
            <a:r>
              <a:rPr lang="en-GB" dirty="0"/>
              <a:t>Setup function</a:t>
            </a:r>
          </a:p>
        </p:txBody>
      </p:sp>
      <p:pic>
        <p:nvPicPr>
          <p:cNvPr id="13" name="Picture Placeholder 12">
            <a:extLst>
              <a:ext uri="{FF2B5EF4-FFF2-40B4-BE49-F238E27FC236}">
                <a16:creationId xmlns:a16="http://schemas.microsoft.com/office/drawing/2014/main" id="{C56F6876-F532-4396-8FC3-BEB43E626529}"/>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647700" y="1270399"/>
            <a:ext cx="5372097" cy="3839847"/>
          </a:xfrm>
        </p:spPr>
      </p:pic>
      <p:pic>
        <p:nvPicPr>
          <p:cNvPr id="15" name="Picture Placeholder 14">
            <a:extLst>
              <a:ext uri="{FF2B5EF4-FFF2-40B4-BE49-F238E27FC236}">
                <a16:creationId xmlns:a16="http://schemas.microsoft.com/office/drawing/2014/main" id="{95339E7E-14EB-4886-A417-E9C84CA1E342}"/>
              </a:ext>
              <a:ext uri="{C183D7F6-B498-43B3-948B-1728B52AA6E4}">
                <adec:decorative xmlns:adec="http://schemas.microsoft.com/office/drawing/2017/decorative" val="1"/>
              </a:ext>
            </a:extLst>
          </p:cNvPr>
          <p:cNvPicPr>
            <a:picLocks noGrp="1" noChangeAspect="1"/>
          </p:cNvPicPr>
          <p:nvPr>
            <p:ph type="pic" sz="quarter" idx="14"/>
          </p:nvPr>
        </p:nvPicPr>
        <p:blipFill>
          <a:blip r:embed="rId4"/>
          <a:srcRect/>
          <a:stretch/>
        </p:blipFill>
        <p:spPr>
          <a:xfrm>
            <a:off x="6254748" y="1919287"/>
            <a:ext cx="5372097" cy="4367214"/>
          </a:xfrm>
        </p:spPr>
      </p:pic>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4294967295"/>
          </p:nvPr>
        </p:nvSpPr>
        <p:spPr>
          <a:xfrm>
            <a:off x="11818938" y="6581775"/>
            <a:ext cx="373062" cy="206375"/>
          </a:xfrm>
        </p:spPr>
        <p:txBody>
          <a:bodyPr rtlCol="0"/>
          <a:lstStyle/>
          <a:p>
            <a:pPr rtl="0"/>
            <a:fld id="{03DC2DEF-D2FE-4B45-ABA4-9F153FD1C98A}" type="slidenum">
              <a:rPr lang="en-GB" smtClean="0"/>
              <a:t>29</a:t>
            </a:fld>
            <a:endParaRPr lang="en-GB"/>
          </a:p>
        </p:txBody>
      </p:sp>
      <p:sp>
        <p:nvSpPr>
          <p:cNvPr id="2" name="Rectangle 1">
            <a:extLst>
              <a:ext uri="{FF2B5EF4-FFF2-40B4-BE49-F238E27FC236}">
                <a16:creationId xmlns:a16="http://schemas.microsoft.com/office/drawing/2014/main" id="{1F8C8D2B-6288-615C-A82B-C650A1826CD8}"/>
              </a:ext>
            </a:extLst>
          </p:cNvPr>
          <p:cNvSpPr/>
          <p:nvPr/>
        </p:nvSpPr>
        <p:spPr>
          <a:xfrm>
            <a:off x="9970294" y="0"/>
            <a:ext cx="2221706" cy="101441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0765215-E995-B7DA-E036-D55335DEB815}"/>
              </a:ext>
            </a:extLst>
          </p:cNvPr>
          <p:cNvSpPr/>
          <p:nvPr/>
        </p:nvSpPr>
        <p:spPr>
          <a:xfrm>
            <a:off x="180975" y="5743575"/>
            <a:ext cx="2083594" cy="1114425"/>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1657800-78C6-983F-3554-89D5B1A25A5F}"/>
              </a:ext>
            </a:extLst>
          </p:cNvPr>
          <p:cNvSpPr/>
          <p:nvPr/>
        </p:nvSpPr>
        <p:spPr>
          <a:xfrm>
            <a:off x="11334750" y="0"/>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161FD23-447C-A28E-0F36-A31CACF0DF4B}"/>
              </a:ext>
            </a:extLst>
          </p:cNvPr>
          <p:cNvSpPr/>
          <p:nvPr/>
        </p:nvSpPr>
        <p:spPr>
          <a:xfrm>
            <a:off x="-26988" y="5529741"/>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6999CD8E-6FCB-2512-7F43-080AB6EA3779}"/>
              </a:ext>
            </a:extLst>
          </p:cNvPr>
          <p:cNvSpPr txBox="1"/>
          <p:nvPr/>
        </p:nvSpPr>
        <p:spPr>
          <a:xfrm>
            <a:off x="647700" y="266128"/>
            <a:ext cx="5448299" cy="584775"/>
          </a:xfrm>
          <a:prstGeom prst="rect">
            <a:avLst/>
          </a:prstGeom>
          <a:solidFill>
            <a:schemeClr val="tx2"/>
          </a:solidFill>
        </p:spPr>
        <p:txBody>
          <a:bodyPr wrap="square" rtlCol="0">
            <a:spAutoFit/>
          </a:bodyPr>
          <a:lstStyle/>
          <a:p>
            <a:r>
              <a:rPr lang="en-GB" sz="3200" b="1" dirty="0">
                <a:solidFill>
                  <a:schemeClr val="bg1"/>
                </a:solidFill>
              </a:rPr>
              <a:t>Task2:Display sensor data</a:t>
            </a:r>
          </a:p>
        </p:txBody>
      </p:sp>
    </p:spTree>
    <p:extLst>
      <p:ext uri="{BB962C8B-B14F-4D97-AF65-F5344CB8AC3E}">
        <p14:creationId xmlns:p14="http://schemas.microsoft.com/office/powerpoint/2010/main" val="3993692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idx="4294967295"/>
          </p:nvPr>
        </p:nvSpPr>
        <p:spPr>
          <a:xfrm>
            <a:off x="3123992" y="866058"/>
            <a:ext cx="5372100" cy="7112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2400" b="1" i="0" u="none" strike="noStrike" kern="1200" cap="none" spc="0" normalizeH="0" dirty="0">
                <a:ln>
                  <a:noFill/>
                </a:ln>
                <a:solidFill>
                  <a:schemeClr val="tx1"/>
                </a:solidFill>
                <a:effectLst/>
                <a:uLnTx/>
                <a:uFillTx/>
                <a:latin typeface="+mj-lt"/>
                <a:ea typeface="+mn-ea"/>
                <a:cs typeface="+mn-cs"/>
              </a:rPr>
              <a:t>Format the html code in </a:t>
            </a:r>
            <a:r>
              <a:rPr lang="en-GB" sz="2400" b="1" i="0" u="none" strike="noStrike" kern="1200" cap="none" spc="0" normalizeH="0" dirty="0" err="1">
                <a:ln>
                  <a:noFill/>
                </a:ln>
                <a:solidFill>
                  <a:schemeClr val="tx1"/>
                </a:solidFill>
                <a:effectLst/>
                <a:uLnTx/>
                <a:uFillTx/>
                <a:latin typeface="+mj-lt"/>
                <a:ea typeface="+mn-ea"/>
                <a:cs typeface="+mn-cs"/>
              </a:rPr>
              <a:t>handleRoot</a:t>
            </a:r>
            <a:r>
              <a:rPr lang="en-GB" sz="2400" b="1" i="0" u="none" strike="noStrike" kern="1200" cap="none" spc="0" normalizeH="0" dirty="0">
                <a:ln>
                  <a:noFill/>
                </a:ln>
                <a:solidFill>
                  <a:schemeClr val="tx1"/>
                </a:solidFill>
                <a:effectLst/>
                <a:uLnTx/>
                <a:uFillTx/>
                <a:latin typeface="+mj-lt"/>
                <a:ea typeface="+mn-ea"/>
                <a:cs typeface="+mn-cs"/>
              </a:rPr>
              <a:t>()</a:t>
            </a:r>
          </a:p>
        </p:txBody>
      </p:sp>
      <p:sp>
        <p:nvSpPr>
          <p:cNvPr id="11" name="Text Placeholder 10">
            <a:extLst>
              <a:ext uri="{FF2B5EF4-FFF2-40B4-BE49-F238E27FC236}">
                <a16:creationId xmlns:a16="http://schemas.microsoft.com/office/drawing/2014/main" id="{C6BEE08E-D5C0-42E2-AB73-7CCC07B72E39}"/>
              </a:ext>
            </a:extLst>
          </p:cNvPr>
          <p:cNvSpPr>
            <a:spLocks noGrp="1"/>
          </p:cNvSpPr>
          <p:nvPr>
            <p:ph type="body" sz="quarter" idx="16"/>
          </p:nvPr>
        </p:nvSpPr>
        <p:spPr>
          <a:xfrm>
            <a:off x="6633373" y="406011"/>
            <a:ext cx="5372096" cy="510217"/>
          </a:xfrm>
        </p:spPr>
        <p:txBody>
          <a:bodyPr rtlCol="0"/>
          <a:lstStyle/>
          <a:p>
            <a:pPr rtl="0"/>
            <a:r>
              <a:rPr lang="en-GB" dirty="0"/>
              <a:t>.</a:t>
            </a:r>
          </a:p>
        </p:txBody>
      </p:sp>
      <p:pic>
        <p:nvPicPr>
          <p:cNvPr id="13" name="Picture Placeholder 12">
            <a:extLst>
              <a:ext uri="{FF2B5EF4-FFF2-40B4-BE49-F238E27FC236}">
                <a16:creationId xmlns:a16="http://schemas.microsoft.com/office/drawing/2014/main" id="{C56F6876-F532-4396-8FC3-BEB43E626529}"/>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2264569" y="1486829"/>
            <a:ext cx="7090947" cy="5105043"/>
          </a:xfrm>
        </p:spPr>
      </p:pic>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4294967295"/>
          </p:nvPr>
        </p:nvSpPr>
        <p:spPr>
          <a:xfrm>
            <a:off x="11818938" y="6581775"/>
            <a:ext cx="373062" cy="206375"/>
          </a:xfrm>
        </p:spPr>
        <p:txBody>
          <a:bodyPr rtlCol="0"/>
          <a:lstStyle/>
          <a:p>
            <a:pPr rtl="0"/>
            <a:fld id="{03DC2DEF-D2FE-4B45-ABA4-9F153FD1C98A}" type="slidenum">
              <a:rPr lang="en-GB" smtClean="0"/>
              <a:t>30</a:t>
            </a:fld>
            <a:endParaRPr lang="en-GB"/>
          </a:p>
        </p:txBody>
      </p:sp>
      <p:sp>
        <p:nvSpPr>
          <p:cNvPr id="2" name="Rectangle 1">
            <a:extLst>
              <a:ext uri="{FF2B5EF4-FFF2-40B4-BE49-F238E27FC236}">
                <a16:creationId xmlns:a16="http://schemas.microsoft.com/office/drawing/2014/main" id="{1F8C8D2B-6288-615C-A82B-C650A1826CD8}"/>
              </a:ext>
            </a:extLst>
          </p:cNvPr>
          <p:cNvSpPr/>
          <p:nvPr/>
        </p:nvSpPr>
        <p:spPr>
          <a:xfrm>
            <a:off x="9970294" y="0"/>
            <a:ext cx="2221706" cy="101441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0765215-E995-B7DA-E036-D55335DEB815}"/>
              </a:ext>
            </a:extLst>
          </p:cNvPr>
          <p:cNvSpPr/>
          <p:nvPr/>
        </p:nvSpPr>
        <p:spPr>
          <a:xfrm>
            <a:off x="180975" y="5743575"/>
            <a:ext cx="2083594" cy="1114425"/>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1657800-78C6-983F-3554-89D5B1A25A5F}"/>
              </a:ext>
            </a:extLst>
          </p:cNvPr>
          <p:cNvSpPr/>
          <p:nvPr/>
        </p:nvSpPr>
        <p:spPr>
          <a:xfrm>
            <a:off x="11334750" y="0"/>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161FD23-447C-A28E-0F36-A31CACF0DF4B}"/>
              </a:ext>
            </a:extLst>
          </p:cNvPr>
          <p:cNvSpPr/>
          <p:nvPr/>
        </p:nvSpPr>
        <p:spPr>
          <a:xfrm>
            <a:off x="-26988" y="5529741"/>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6999CD8E-6FCB-2512-7F43-080AB6EA3779}"/>
              </a:ext>
            </a:extLst>
          </p:cNvPr>
          <p:cNvSpPr txBox="1"/>
          <p:nvPr/>
        </p:nvSpPr>
        <p:spPr>
          <a:xfrm>
            <a:off x="647700" y="266128"/>
            <a:ext cx="5448299" cy="584775"/>
          </a:xfrm>
          <a:prstGeom prst="rect">
            <a:avLst/>
          </a:prstGeom>
          <a:solidFill>
            <a:schemeClr val="tx2"/>
          </a:solidFill>
        </p:spPr>
        <p:txBody>
          <a:bodyPr wrap="square" rtlCol="0">
            <a:spAutoFit/>
          </a:bodyPr>
          <a:lstStyle/>
          <a:p>
            <a:r>
              <a:rPr lang="en-GB" sz="3200" b="1" dirty="0">
                <a:solidFill>
                  <a:schemeClr val="bg1"/>
                </a:solidFill>
              </a:rPr>
              <a:t>Task2:Display sensor data</a:t>
            </a:r>
          </a:p>
        </p:txBody>
      </p:sp>
    </p:spTree>
    <p:extLst>
      <p:ext uri="{BB962C8B-B14F-4D97-AF65-F5344CB8AC3E}">
        <p14:creationId xmlns:p14="http://schemas.microsoft.com/office/powerpoint/2010/main" val="3992561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a:blip r:embed="rId3"/>
          <a:srcRect l="20507" r="20507"/>
          <a:stretch/>
        </p:blipFill>
        <p:spPr>
          <a:xfrm>
            <a:off x="6698457" y="0"/>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902494" y="589211"/>
            <a:ext cx="6209506" cy="833663"/>
          </a:xfrm>
          <a:solidFill>
            <a:schemeClr val="tx2"/>
          </a:solidFill>
        </p:spPr>
        <p:txBody>
          <a:bodyPr rtlCol="0"/>
          <a:lstStyle/>
          <a:p>
            <a:pPr rtl="0"/>
            <a:r>
              <a:rPr lang="en-GB" b="1" dirty="0"/>
              <a:t>Creating basic web server</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lstStyle/>
          <a:p>
            <a:pPr>
              <a:buFont typeface="Arial" panose="020B0604020202020204" pitchFamily="34" charset="0"/>
              <a:buChar char="•"/>
            </a:pPr>
            <a:r>
              <a:rPr lang="en-GB" b="1" dirty="0">
                <a:solidFill>
                  <a:schemeClr val="tx2"/>
                </a:solidFill>
              </a:rPr>
              <a:t>Creating a basic web server that controls an ESP8266 module via buttons involves setting up the ESP8266 to serve web pages and handle HTTP requests. This setup allows you to control GPIO pins (like turning on/off LEDs, relays, etc.) connected to the ESP8266 using a web interface. </a:t>
            </a:r>
          </a:p>
          <a:p>
            <a:pPr>
              <a:buFont typeface="Arial" panose="020B0604020202020204" pitchFamily="34" charset="0"/>
              <a:buChar char="•"/>
            </a:pPr>
            <a:r>
              <a:rPr lang="en-GB" b="1" dirty="0">
                <a:solidFill>
                  <a:schemeClr val="tx2"/>
                </a:solidFill>
              </a:rPr>
              <a:t>Here’s a step-by-step guide to get you started</a:t>
            </a:r>
            <a:endParaRPr lang="en-GB" dirty="0">
              <a:solidFill>
                <a:schemeClr val="tx2"/>
              </a:solidFill>
            </a:endParaRP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31</a:t>
            </a:fld>
            <a:endParaRPr lang="en-GB" dirty="0"/>
          </a:p>
        </p:txBody>
      </p:sp>
    </p:spTree>
    <p:extLst>
      <p:ext uri="{BB962C8B-B14F-4D97-AF65-F5344CB8AC3E}">
        <p14:creationId xmlns:p14="http://schemas.microsoft.com/office/powerpoint/2010/main" val="10531092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idx="4294967295"/>
          </p:nvPr>
        </p:nvSpPr>
        <p:spPr>
          <a:xfrm>
            <a:off x="647698" y="5957090"/>
            <a:ext cx="5372100" cy="7112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2400" b="1" i="0" u="none" strike="noStrike" kern="1200" cap="none" spc="0" normalizeH="0" dirty="0">
                <a:ln>
                  <a:noFill/>
                </a:ln>
                <a:solidFill>
                  <a:schemeClr val="tx1"/>
                </a:solidFill>
                <a:effectLst/>
                <a:uLnTx/>
                <a:uFillTx/>
                <a:latin typeface="+mj-lt"/>
                <a:ea typeface="+mn-ea"/>
                <a:cs typeface="+mn-cs"/>
              </a:rPr>
              <a:t>Setup</a:t>
            </a:r>
          </a:p>
        </p:txBody>
      </p:sp>
      <p:sp>
        <p:nvSpPr>
          <p:cNvPr id="11" name="Text Placeholder 10">
            <a:extLst>
              <a:ext uri="{FF2B5EF4-FFF2-40B4-BE49-F238E27FC236}">
                <a16:creationId xmlns:a16="http://schemas.microsoft.com/office/drawing/2014/main" id="{C6BEE08E-D5C0-42E2-AB73-7CCC07B72E39}"/>
              </a:ext>
            </a:extLst>
          </p:cNvPr>
          <p:cNvSpPr>
            <a:spLocks noGrp="1"/>
          </p:cNvSpPr>
          <p:nvPr>
            <p:ph type="body" sz="quarter" idx="16"/>
          </p:nvPr>
        </p:nvSpPr>
        <p:spPr>
          <a:xfrm>
            <a:off x="5377661" y="6158073"/>
            <a:ext cx="5372096" cy="510217"/>
          </a:xfrm>
        </p:spPr>
        <p:txBody>
          <a:bodyPr rtlCol="0"/>
          <a:lstStyle/>
          <a:p>
            <a:pPr rtl="0"/>
            <a:r>
              <a:rPr lang="en-GB" dirty="0"/>
              <a:t>Loop function</a:t>
            </a:r>
          </a:p>
        </p:txBody>
      </p:sp>
      <p:pic>
        <p:nvPicPr>
          <p:cNvPr id="15" name="Picture Placeholder 14">
            <a:extLst>
              <a:ext uri="{FF2B5EF4-FFF2-40B4-BE49-F238E27FC236}">
                <a16:creationId xmlns:a16="http://schemas.microsoft.com/office/drawing/2014/main" id="{95339E7E-14EB-4886-A417-E9C84CA1E342}"/>
              </a:ext>
              <a:ext uri="{C183D7F6-B498-43B3-948B-1728B52AA6E4}">
                <adec:decorative xmlns:adec="http://schemas.microsoft.com/office/drawing/2017/decorative" val="1"/>
              </a:ext>
            </a:extLst>
          </p:cNvPr>
          <p:cNvPicPr>
            <a:picLocks noGrp="1" noChangeAspect="1"/>
          </p:cNvPicPr>
          <p:nvPr>
            <p:ph type="pic" sz="quarter" idx="14"/>
          </p:nvPr>
        </p:nvPicPr>
        <p:blipFill>
          <a:blip r:embed="rId3"/>
          <a:srcRect/>
          <a:stretch/>
        </p:blipFill>
        <p:spPr>
          <a:xfrm>
            <a:off x="6215065" y="871619"/>
            <a:ext cx="5372097" cy="5250655"/>
          </a:xfrm>
        </p:spPr>
      </p:pic>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4294967295"/>
          </p:nvPr>
        </p:nvSpPr>
        <p:spPr>
          <a:xfrm>
            <a:off x="11818938" y="6581775"/>
            <a:ext cx="373062" cy="206375"/>
          </a:xfrm>
        </p:spPr>
        <p:txBody>
          <a:bodyPr rtlCol="0"/>
          <a:lstStyle/>
          <a:p>
            <a:pPr rtl="0"/>
            <a:fld id="{03DC2DEF-D2FE-4B45-ABA4-9F153FD1C98A}" type="slidenum">
              <a:rPr lang="en-GB" smtClean="0"/>
              <a:t>32</a:t>
            </a:fld>
            <a:endParaRPr lang="en-GB"/>
          </a:p>
        </p:txBody>
      </p:sp>
      <p:sp>
        <p:nvSpPr>
          <p:cNvPr id="2" name="Rectangle 1">
            <a:extLst>
              <a:ext uri="{FF2B5EF4-FFF2-40B4-BE49-F238E27FC236}">
                <a16:creationId xmlns:a16="http://schemas.microsoft.com/office/drawing/2014/main" id="{1F8C8D2B-6288-615C-A82B-C650A1826CD8}"/>
              </a:ext>
            </a:extLst>
          </p:cNvPr>
          <p:cNvSpPr/>
          <p:nvPr/>
        </p:nvSpPr>
        <p:spPr>
          <a:xfrm>
            <a:off x="9970294" y="0"/>
            <a:ext cx="2221706" cy="101441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0765215-E995-B7DA-E036-D55335DEB815}"/>
              </a:ext>
            </a:extLst>
          </p:cNvPr>
          <p:cNvSpPr/>
          <p:nvPr/>
        </p:nvSpPr>
        <p:spPr>
          <a:xfrm>
            <a:off x="180975" y="5743575"/>
            <a:ext cx="2083594" cy="1114425"/>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1657800-78C6-983F-3554-89D5B1A25A5F}"/>
              </a:ext>
            </a:extLst>
          </p:cNvPr>
          <p:cNvSpPr/>
          <p:nvPr/>
        </p:nvSpPr>
        <p:spPr>
          <a:xfrm>
            <a:off x="11334750" y="0"/>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161FD23-447C-A28E-0F36-A31CACF0DF4B}"/>
              </a:ext>
            </a:extLst>
          </p:cNvPr>
          <p:cNvSpPr/>
          <p:nvPr/>
        </p:nvSpPr>
        <p:spPr>
          <a:xfrm>
            <a:off x="-26988" y="5529741"/>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6999CD8E-6FCB-2512-7F43-080AB6EA3779}"/>
              </a:ext>
            </a:extLst>
          </p:cNvPr>
          <p:cNvSpPr txBox="1"/>
          <p:nvPr/>
        </p:nvSpPr>
        <p:spPr>
          <a:xfrm>
            <a:off x="647700" y="266128"/>
            <a:ext cx="5448299" cy="584775"/>
          </a:xfrm>
          <a:prstGeom prst="rect">
            <a:avLst/>
          </a:prstGeom>
          <a:solidFill>
            <a:schemeClr val="tx2"/>
          </a:solidFill>
        </p:spPr>
        <p:txBody>
          <a:bodyPr wrap="square" rtlCol="0">
            <a:spAutoFit/>
          </a:bodyPr>
          <a:lstStyle/>
          <a:p>
            <a:r>
              <a:rPr lang="en-GB" sz="3200" b="1" dirty="0">
                <a:solidFill>
                  <a:schemeClr val="bg1"/>
                </a:solidFill>
              </a:rPr>
              <a:t>Task3 :Take user input</a:t>
            </a:r>
          </a:p>
        </p:txBody>
      </p:sp>
      <p:pic>
        <p:nvPicPr>
          <p:cNvPr id="13" name="Picture Placeholder 12">
            <a:extLst>
              <a:ext uri="{FF2B5EF4-FFF2-40B4-BE49-F238E27FC236}">
                <a16:creationId xmlns:a16="http://schemas.microsoft.com/office/drawing/2014/main" id="{C56F6876-F532-4396-8FC3-BEB43E626529}"/>
              </a:ext>
              <a:ext uri="{C183D7F6-B498-43B3-948B-1728B52AA6E4}">
                <adec:decorative xmlns:adec="http://schemas.microsoft.com/office/drawing/2017/decorative" val="1"/>
              </a:ext>
            </a:extLst>
          </p:cNvPr>
          <p:cNvPicPr>
            <a:picLocks noGrp="1" noChangeAspect="1"/>
          </p:cNvPicPr>
          <p:nvPr>
            <p:ph type="pic" sz="quarter" idx="13"/>
          </p:nvPr>
        </p:nvPicPr>
        <p:blipFill>
          <a:blip r:embed="rId4"/>
          <a:srcRect/>
          <a:stretch/>
        </p:blipFill>
        <p:spPr>
          <a:xfrm>
            <a:off x="492920" y="921544"/>
            <a:ext cx="5526878" cy="5164931"/>
          </a:xfrm>
        </p:spPr>
      </p:pic>
    </p:spTree>
    <p:extLst>
      <p:ext uri="{BB962C8B-B14F-4D97-AF65-F5344CB8AC3E}">
        <p14:creationId xmlns:p14="http://schemas.microsoft.com/office/powerpoint/2010/main" val="39712440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idx="4294967295"/>
          </p:nvPr>
        </p:nvSpPr>
        <p:spPr>
          <a:xfrm>
            <a:off x="-445778" y="4335859"/>
            <a:ext cx="5372100" cy="7112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sz="2400" b="1" dirty="0">
                <a:solidFill>
                  <a:schemeClr val="tx1"/>
                </a:solidFill>
                <a:ea typeface="+mn-ea"/>
                <a:cs typeface="+mn-cs"/>
              </a:rPr>
              <a:t>Handle request function</a:t>
            </a:r>
            <a:endParaRPr lang="en-GB" sz="2400" b="1" i="0" u="none" strike="noStrike" kern="1200" cap="none" spc="0" normalizeH="0" dirty="0">
              <a:ln>
                <a:noFill/>
              </a:ln>
              <a:solidFill>
                <a:schemeClr val="tx1"/>
              </a:solidFill>
              <a:effectLst/>
              <a:uLnTx/>
              <a:uFillTx/>
              <a:latin typeface="+mj-lt"/>
              <a:ea typeface="+mn-ea"/>
              <a:cs typeface="+mn-cs"/>
            </a:endParaRPr>
          </a:p>
        </p:txBody>
      </p:sp>
      <p:sp>
        <p:nvSpPr>
          <p:cNvPr id="11" name="Text Placeholder 10">
            <a:extLst>
              <a:ext uri="{FF2B5EF4-FFF2-40B4-BE49-F238E27FC236}">
                <a16:creationId xmlns:a16="http://schemas.microsoft.com/office/drawing/2014/main" id="{C6BEE08E-D5C0-42E2-AB73-7CCC07B72E39}"/>
              </a:ext>
            </a:extLst>
          </p:cNvPr>
          <p:cNvSpPr>
            <a:spLocks noGrp="1"/>
          </p:cNvSpPr>
          <p:nvPr>
            <p:ph type="body" sz="quarter" idx="16"/>
          </p:nvPr>
        </p:nvSpPr>
        <p:spPr>
          <a:xfrm>
            <a:off x="5962654" y="710571"/>
            <a:ext cx="5372096" cy="510217"/>
          </a:xfrm>
        </p:spPr>
        <p:txBody>
          <a:bodyPr rtlCol="0"/>
          <a:lstStyle/>
          <a:p>
            <a:pPr rtl="0"/>
            <a:r>
              <a:rPr lang="en-GB" dirty="0"/>
              <a:t>Basic Html and CSS</a:t>
            </a:r>
          </a:p>
        </p:txBody>
      </p:sp>
      <p:pic>
        <p:nvPicPr>
          <p:cNvPr id="13" name="Picture Placeholder 12">
            <a:extLst>
              <a:ext uri="{FF2B5EF4-FFF2-40B4-BE49-F238E27FC236}">
                <a16:creationId xmlns:a16="http://schemas.microsoft.com/office/drawing/2014/main" id="{C56F6876-F532-4396-8FC3-BEB43E626529}"/>
              </a:ext>
              <a:ext uri="{C183D7F6-B498-43B3-948B-1728B52AA6E4}">
                <adec:decorative xmlns:adec="http://schemas.microsoft.com/office/drawing/2017/decorative" val="1"/>
              </a:ext>
            </a:extLst>
          </p:cNvPr>
          <p:cNvPicPr>
            <a:picLocks noGrp="1" noChangeAspect="1"/>
          </p:cNvPicPr>
          <p:nvPr>
            <p:ph type="pic" sz="quarter" idx="13"/>
          </p:nvPr>
        </p:nvPicPr>
        <p:blipFill>
          <a:blip r:embed="rId3"/>
          <a:srcRect/>
          <a:stretch/>
        </p:blipFill>
        <p:spPr>
          <a:xfrm>
            <a:off x="492920" y="1270399"/>
            <a:ext cx="4433402" cy="3080145"/>
          </a:xfrm>
        </p:spPr>
      </p:pic>
      <p:pic>
        <p:nvPicPr>
          <p:cNvPr id="15" name="Picture Placeholder 14">
            <a:extLst>
              <a:ext uri="{FF2B5EF4-FFF2-40B4-BE49-F238E27FC236}">
                <a16:creationId xmlns:a16="http://schemas.microsoft.com/office/drawing/2014/main" id="{95339E7E-14EB-4886-A417-E9C84CA1E342}"/>
              </a:ext>
              <a:ext uri="{C183D7F6-B498-43B3-948B-1728B52AA6E4}">
                <adec:decorative xmlns:adec="http://schemas.microsoft.com/office/drawing/2017/decorative" val="1"/>
              </a:ext>
            </a:extLst>
          </p:cNvPr>
          <p:cNvPicPr>
            <a:picLocks noGrp="1" noChangeAspect="1"/>
          </p:cNvPicPr>
          <p:nvPr>
            <p:ph type="pic" sz="quarter" idx="14"/>
          </p:nvPr>
        </p:nvPicPr>
        <p:blipFill>
          <a:blip r:embed="rId4"/>
          <a:srcRect/>
          <a:stretch/>
        </p:blipFill>
        <p:spPr>
          <a:xfrm>
            <a:off x="5443538" y="1190233"/>
            <a:ext cx="6622256" cy="5096267"/>
          </a:xfrm>
        </p:spPr>
      </p:pic>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4294967295"/>
          </p:nvPr>
        </p:nvSpPr>
        <p:spPr>
          <a:xfrm>
            <a:off x="11818938" y="6581775"/>
            <a:ext cx="373062" cy="206375"/>
          </a:xfrm>
        </p:spPr>
        <p:txBody>
          <a:bodyPr rtlCol="0"/>
          <a:lstStyle/>
          <a:p>
            <a:pPr rtl="0"/>
            <a:fld id="{03DC2DEF-D2FE-4B45-ABA4-9F153FD1C98A}" type="slidenum">
              <a:rPr lang="en-GB" smtClean="0"/>
              <a:t>33</a:t>
            </a:fld>
            <a:endParaRPr lang="en-GB"/>
          </a:p>
        </p:txBody>
      </p:sp>
      <p:sp>
        <p:nvSpPr>
          <p:cNvPr id="2" name="Rectangle 1">
            <a:extLst>
              <a:ext uri="{FF2B5EF4-FFF2-40B4-BE49-F238E27FC236}">
                <a16:creationId xmlns:a16="http://schemas.microsoft.com/office/drawing/2014/main" id="{1F8C8D2B-6288-615C-A82B-C650A1826CD8}"/>
              </a:ext>
            </a:extLst>
          </p:cNvPr>
          <p:cNvSpPr/>
          <p:nvPr/>
        </p:nvSpPr>
        <p:spPr>
          <a:xfrm>
            <a:off x="9970294" y="0"/>
            <a:ext cx="2221706" cy="101441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B0765215-E995-B7DA-E036-D55335DEB815}"/>
              </a:ext>
            </a:extLst>
          </p:cNvPr>
          <p:cNvSpPr/>
          <p:nvPr/>
        </p:nvSpPr>
        <p:spPr>
          <a:xfrm>
            <a:off x="180975" y="5743575"/>
            <a:ext cx="2083594" cy="1114425"/>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01657800-78C6-983F-3554-89D5B1A25A5F}"/>
              </a:ext>
            </a:extLst>
          </p:cNvPr>
          <p:cNvSpPr/>
          <p:nvPr/>
        </p:nvSpPr>
        <p:spPr>
          <a:xfrm>
            <a:off x="11334750" y="0"/>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9161FD23-447C-A28E-0F36-A31CACF0DF4B}"/>
              </a:ext>
            </a:extLst>
          </p:cNvPr>
          <p:cNvSpPr/>
          <p:nvPr/>
        </p:nvSpPr>
        <p:spPr>
          <a:xfrm>
            <a:off x="-26988" y="5529741"/>
            <a:ext cx="857250" cy="1328259"/>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6999CD8E-6FCB-2512-7F43-080AB6EA3779}"/>
              </a:ext>
            </a:extLst>
          </p:cNvPr>
          <p:cNvSpPr txBox="1"/>
          <p:nvPr/>
        </p:nvSpPr>
        <p:spPr>
          <a:xfrm>
            <a:off x="647700" y="266128"/>
            <a:ext cx="5448299" cy="584775"/>
          </a:xfrm>
          <a:prstGeom prst="rect">
            <a:avLst/>
          </a:prstGeom>
          <a:solidFill>
            <a:schemeClr val="tx2"/>
          </a:solidFill>
        </p:spPr>
        <p:txBody>
          <a:bodyPr wrap="square" rtlCol="0">
            <a:spAutoFit/>
          </a:bodyPr>
          <a:lstStyle/>
          <a:p>
            <a:r>
              <a:rPr lang="en-GB" sz="3200" b="1" dirty="0">
                <a:solidFill>
                  <a:schemeClr val="bg1"/>
                </a:solidFill>
              </a:rPr>
              <a:t>Task3 : Setup basic web server</a:t>
            </a:r>
          </a:p>
        </p:txBody>
      </p:sp>
    </p:spTree>
    <p:extLst>
      <p:ext uri="{BB962C8B-B14F-4D97-AF65-F5344CB8AC3E}">
        <p14:creationId xmlns:p14="http://schemas.microsoft.com/office/powerpoint/2010/main" val="16433058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Placeholder 7">
            <a:extLst>
              <a:ext uri="{FF2B5EF4-FFF2-40B4-BE49-F238E27FC236}">
                <a16:creationId xmlns:a16="http://schemas.microsoft.com/office/drawing/2014/main" id="{6AF2BE8D-A98C-F3FA-50CD-965B1C399B74}"/>
              </a:ext>
            </a:extLst>
          </p:cNvPr>
          <p:cNvPicPr>
            <a:picLocks noChangeAspect="1"/>
          </p:cNvPicPr>
          <p:nvPr/>
        </p:nvPicPr>
        <p:blipFill rotWithShape="1">
          <a:blip r:embed="rId3"/>
          <a:srcRect l="2052" t="1488" r="17878" b="-1488"/>
          <a:stretch/>
        </p:blipFill>
        <p:spPr>
          <a:xfrm>
            <a:off x="6648322" y="46845"/>
            <a:ext cx="6096000" cy="6858000"/>
          </a:xfrm>
          <a:prstGeom prst="parallelogram">
            <a:avLst/>
          </a:prstGeom>
        </p:spPr>
      </p:pic>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902494" y="589211"/>
            <a:ext cx="6209506" cy="833663"/>
          </a:xfrm>
          <a:solidFill>
            <a:schemeClr val="tx2"/>
          </a:solidFill>
        </p:spPr>
        <p:txBody>
          <a:bodyPr rtlCol="0"/>
          <a:lstStyle/>
          <a:p>
            <a:pPr rtl="0"/>
            <a:r>
              <a:rPr lang="en-GB" b="1" dirty="0"/>
              <a:t>Relay</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rtlCol="0"/>
          <a:lstStyle/>
          <a:p>
            <a:pPr>
              <a:buFont typeface="Arial" panose="020B0604020202020204" pitchFamily="34" charset="0"/>
              <a:buChar char="•"/>
            </a:pPr>
            <a:r>
              <a:rPr lang="en-GB" b="1" dirty="0">
                <a:solidFill>
                  <a:schemeClr val="tx2"/>
                </a:solidFill>
              </a:rPr>
              <a:t>A relay is an electrically operated switch that uses an electromagnet to mechanically operate a set of contacts. It allows a low-power signal to control a high-power circuit, enabling safe and efficient control of electrical devices. Relays are commonly used in automation, industrial control systems, and electronic circuits where it's necessary to isolate the control signal from the high-power load.</a:t>
            </a:r>
            <a:endParaRPr lang="en-GB" dirty="0">
              <a:solidFill>
                <a:schemeClr val="tx2"/>
              </a:solidFill>
            </a:endParaRP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rtlCol="0"/>
          <a:lstStyle/>
          <a:p>
            <a:pPr rtl="0"/>
            <a:r>
              <a:rPr lang="en-GB"/>
              <a:t>PAGE </a:t>
            </a:r>
            <a:fld id="{4A9B5881-4007-4345-955A-79C2656F0C49}" type="slidenum">
              <a:rPr lang="en-GB" smtClean="0"/>
              <a:pPr rtl="0"/>
              <a:t>34</a:t>
            </a:fld>
            <a:endParaRPr lang="en-GB" dirty="0"/>
          </a:p>
        </p:txBody>
      </p:sp>
    </p:spTree>
    <p:extLst>
      <p:ext uri="{BB962C8B-B14F-4D97-AF65-F5344CB8AC3E}">
        <p14:creationId xmlns:p14="http://schemas.microsoft.com/office/powerpoint/2010/main" val="42554996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C5037-DA4A-44E2-A9FB-84B1498768A7}"/>
              </a:ext>
            </a:extLst>
          </p:cNvPr>
          <p:cNvSpPr>
            <a:spLocks noGrp="1"/>
          </p:cNvSpPr>
          <p:nvPr>
            <p:ph type="title"/>
          </p:nvPr>
        </p:nvSpPr>
        <p:spPr/>
        <p:txBody>
          <a:bodyPr rtlCol="0"/>
          <a:lstStyle/>
          <a:p>
            <a:pPr rtl="0"/>
            <a:r>
              <a:rPr lang="en-GB" b="1" dirty="0">
                <a:latin typeface="Abadi" panose="020F0502020204030204" pitchFamily="34" charset="0"/>
              </a:rPr>
              <a:t>End of </a:t>
            </a:r>
            <a:br>
              <a:rPr lang="en-GB" b="1" dirty="0">
                <a:latin typeface="Abadi" panose="020F0502020204030204" pitchFamily="34" charset="0"/>
              </a:rPr>
            </a:br>
            <a:r>
              <a:rPr lang="en-GB" b="1" dirty="0">
                <a:latin typeface="Abadi" panose="020F0502020204030204" pitchFamily="34" charset="0"/>
              </a:rPr>
              <a:t>Day 2</a:t>
            </a:r>
          </a:p>
        </p:txBody>
      </p:sp>
      <p:pic>
        <p:nvPicPr>
          <p:cNvPr id="29" name="Picture Placeholder 28">
            <a:extLst>
              <a:ext uri="{FF2B5EF4-FFF2-40B4-BE49-F238E27FC236}">
                <a16:creationId xmlns:a16="http://schemas.microsoft.com/office/drawing/2014/main" id="{AE2FE2E9-1D1E-404B-A659-DD19B5D66B5B}"/>
              </a:ext>
            </a:extLst>
          </p:cNvPr>
          <p:cNvPicPr>
            <a:picLocks noGrp="1" noChangeAspect="1"/>
          </p:cNvPicPr>
          <p:nvPr>
            <p:ph type="pic" idx="1"/>
          </p:nvPr>
        </p:nvPicPr>
        <p:blipFill>
          <a:blip r:embed="rId3"/>
          <a:srcRect/>
          <a:stretch/>
        </p:blipFill>
        <p:spPr/>
      </p:pic>
      <p:sp>
        <p:nvSpPr>
          <p:cNvPr id="6" name="Text Placeholder 5">
            <a:extLst>
              <a:ext uri="{FF2B5EF4-FFF2-40B4-BE49-F238E27FC236}">
                <a16:creationId xmlns:a16="http://schemas.microsoft.com/office/drawing/2014/main" id="{1397C2DB-90F2-4971-AC44-7CDDF5A3B552}"/>
              </a:ext>
            </a:extLst>
          </p:cNvPr>
          <p:cNvSpPr>
            <a:spLocks noGrp="1"/>
          </p:cNvSpPr>
          <p:nvPr>
            <p:ph type="body" sz="half" idx="2"/>
          </p:nvPr>
        </p:nvSpPr>
        <p:spPr/>
        <p:txBody>
          <a:bodyPr rtlCol="0"/>
          <a:lstStyle/>
          <a:p>
            <a:pPr rtl="0"/>
            <a:r>
              <a:rPr lang="en-GB" dirty="0"/>
              <a:t>Organised by </a:t>
            </a:r>
            <a:r>
              <a:rPr lang="en-GB" b="1" dirty="0"/>
              <a:t>KURC</a:t>
            </a:r>
            <a:r>
              <a:rPr lang="en-GB" dirty="0"/>
              <a:t> in collaboration with </a:t>
            </a:r>
            <a:r>
              <a:rPr lang="en-GB" b="1" dirty="0"/>
              <a:t>KUCC</a:t>
            </a:r>
          </a:p>
        </p:txBody>
      </p:sp>
      <p:sp>
        <p:nvSpPr>
          <p:cNvPr id="15" name="Slide Number Placeholder 14">
            <a:extLst>
              <a:ext uri="{FF2B5EF4-FFF2-40B4-BE49-F238E27FC236}">
                <a16:creationId xmlns:a16="http://schemas.microsoft.com/office/drawing/2014/main" id="{26F5C050-EB87-421A-8A5C-E6CB30102699}"/>
              </a:ext>
            </a:extLst>
          </p:cNvPr>
          <p:cNvSpPr>
            <a:spLocks noGrp="1"/>
          </p:cNvSpPr>
          <p:nvPr>
            <p:ph type="sldNum" sz="quarter" idx="10"/>
          </p:nvPr>
        </p:nvSpPr>
        <p:spPr/>
        <p:txBody>
          <a:bodyPr rtlCol="0"/>
          <a:lstStyle/>
          <a:p>
            <a:pPr rtl="0"/>
            <a:r>
              <a:rPr lang="en-GB"/>
              <a:t>PAGE </a:t>
            </a:r>
            <a:fld id="{4A9B5881-4007-4345-955A-79C2656F0C49}" type="slidenum">
              <a:rPr lang="en-GB" smtClean="0"/>
              <a:pPr rtl="0"/>
              <a:t>35</a:t>
            </a:fld>
            <a:endParaRPr lang="en-GB"/>
          </a:p>
        </p:txBody>
      </p:sp>
    </p:spTree>
    <p:extLst>
      <p:ext uri="{BB962C8B-B14F-4D97-AF65-F5344CB8AC3E}">
        <p14:creationId xmlns:p14="http://schemas.microsoft.com/office/powerpoint/2010/main" val="25272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fontScheme name="MS Surge Teach Light and Dark">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3067474_TF34098415_Win32" id="{535F4AC4-97FA-4442-A64D-293C1CA63B89}" vid="{21BC394D-4FED-43BA-AAD9-43B127AC16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ppt/theme/themeOverride2.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7B5194-E537-408E-9CFF-66A6141D5DE3}">
  <ds:schemaRefs>
    <ds:schemaRef ds:uri="http://purl.org/dc/dcmitype/"/>
    <ds:schemaRef ds:uri="71af3243-3dd4-4a8d-8c0d-dd76da1f02a5"/>
    <ds:schemaRef ds:uri="http://schemas.microsoft.com/office/2006/documentManagement/types"/>
    <ds:schemaRef ds:uri="http://www.w3.org/XML/1998/namespace"/>
    <ds:schemaRef ds:uri="http://purl.org/dc/elements/1.1/"/>
    <ds:schemaRef ds:uri="http://purl.org/dc/terms/"/>
    <ds:schemaRef ds:uri="http://schemas.openxmlformats.org/package/2006/metadata/core-properties"/>
    <ds:schemaRef ds:uri="http://schemas.microsoft.com/office/2006/metadata/properties"/>
    <ds:schemaRef ds:uri="http://schemas.microsoft.com/office/infopath/2007/PartnerControls"/>
    <ds:schemaRef ds:uri="http://schemas.microsoft.com/sharepoint/v3"/>
    <ds:schemaRef ds:uri="230e9df3-be65-4c73-a93b-d1236ebd677e"/>
    <ds:schemaRef ds:uri="16c05727-aa75-4e4a-9b5f-8a80a1165891"/>
  </ds:schemaRefs>
</ds:datastoreItem>
</file>

<file path=customXml/itemProps2.xml><?xml version="1.0" encoding="utf-8"?>
<ds:datastoreItem xmlns:ds="http://schemas.openxmlformats.org/officeDocument/2006/customXml" ds:itemID="{FF9969FA-0C19-40F2-9B6F-EADA7B231A6C}">
  <ds:schemaRefs>
    <ds:schemaRef ds:uri="http://schemas.microsoft.com/sharepoint/v3/contenttype/forms"/>
  </ds:schemaRefs>
</ds:datastoreItem>
</file>

<file path=customXml/itemProps3.xml><?xml version="1.0" encoding="utf-8"?>
<ds:datastoreItem xmlns:ds="http://schemas.openxmlformats.org/officeDocument/2006/customXml" ds:itemID="{4FCFB5EA-1DDA-4423-A8FC-85579F36DE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Classic corporate teach a course with animation</Template>
  <TotalTime>2132</TotalTime>
  <Words>1912</Words>
  <Application>Microsoft Office PowerPoint</Application>
  <PresentationFormat>Widescreen</PresentationFormat>
  <Paragraphs>248</Paragraphs>
  <Slides>35</Slides>
  <Notes>35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Abadi</vt:lpstr>
      <vt:lpstr>Arial</vt:lpstr>
      <vt:lpstr>Calibri</vt:lpstr>
      <vt:lpstr>Calibri Light</vt:lpstr>
      <vt:lpstr>Muli</vt:lpstr>
      <vt:lpstr>Wingdings</vt:lpstr>
      <vt:lpstr>Office Theme</vt:lpstr>
      <vt:lpstr>IOT Workshop Day-2</vt:lpstr>
      <vt:lpstr>Course Outline</vt:lpstr>
      <vt:lpstr>Brief introduction of the Internet</vt:lpstr>
      <vt:lpstr>URL structure</vt:lpstr>
      <vt:lpstr>  Communication Protocols</vt:lpstr>
      <vt:lpstr>Https Vs MQTT</vt:lpstr>
      <vt:lpstr>Applications</vt:lpstr>
      <vt:lpstr>Datasheet ESP8266  -GPIO pins -3.3v -GND -Analog Pin -Reset and Flash -UART </vt:lpstr>
      <vt:lpstr>Course plan</vt:lpstr>
      <vt:lpstr>Temperature sensor</vt:lpstr>
      <vt:lpstr>DHT11 sensor</vt:lpstr>
      <vt:lpstr>Humidity Sensor</vt:lpstr>
      <vt:lpstr>Temperature sensor</vt:lpstr>
      <vt:lpstr>Circuit for dht11</vt:lpstr>
      <vt:lpstr>Installing DHT library</vt:lpstr>
      <vt:lpstr>DHT Sensor</vt:lpstr>
      <vt:lpstr>IOT Workshop</vt:lpstr>
      <vt:lpstr>Steps:</vt:lpstr>
      <vt:lpstr>Bluetooth chatapp</vt:lpstr>
      <vt:lpstr>PowerPoint Presentation</vt:lpstr>
      <vt:lpstr>Steps to build a server</vt:lpstr>
      <vt:lpstr>PowerPoint Presentation</vt:lpstr>
      <vt:lpstr>Enter credentials</vt:lpstr>
      <vt:lpstr>Display data in webserver</vt:lpstr>
      <vt:lpstr>Steps to build a server</vt:lpstr>
      <vt:lpstr>What is HTML</vt:lpstr>
      <vt:lpstr>Basic HTML </vt:lpstr>
      <vt:lpstr>Display DHTdata in webpage</vt:lpstr>
      <vt:lpstr>Setup variables and libraries</vt:lpstr>
      <vt:lpstr>Format the html code in handleRoot()</vt:lpstr>
      <vt:lpstr>Creating basic web server</vt:lpstr>
      <vt:lpstr>Setup</vt:lpstr>
      <vt:lpstr>Handle request function</vt:lpstr>
      <vt:lpstr>Relay</vt:lpstr>
      <vt:lpstr>End of  Day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21</cp:revision>
  <dcterms:created xsi:type="dcterms:W3CDTF">2024-06-14T15:50:46Z</dcterms:created>
  <dcterms:modified xsi:type="dcterms:W3CDTF">2024-07-01T15:28:23Z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